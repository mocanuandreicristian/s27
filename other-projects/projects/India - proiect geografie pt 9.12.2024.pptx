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3" r:id="rId5"/>
    <p:sldId id="260" r:id="rId6"/>
    <p:sldId id="261" r:id="rId7"/>
    <p:sldId id="265" r:id="rId8"/>
    <p:sldId id="262" r:id="rId9"/>
  </p:sldIdLst>
  <p:sldSz cx="12192000" cy="6858000"/>
  <p:notesSz cx="6858000" cy="9144000"/>
  <p:defaultTextStyle>
    <a:defPPr>
      <a:defRPr lang="ro-R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410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1092" y="-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531E67-75CD-447E-918D-7ACC40B298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A7ABFC-88D1-44A0-AEEA-8B9F3EC7C7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ro-R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03DD4F-4610-4F27-B901-B8B450E920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BD91C-2CDE-45C7-8E15-86D488039A1A}" type="datetimeFigureOut">
              <a:rPr lang="ro-RO" smtClean="0"/>
              <a:t>09.12.2024</a:t>
            </a:fld>
            <a:endParaRPr lang="ro-R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31AA1A-CECB-4DCF-BF8C-7D2C46673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D92EA-AD1A-4883-B8E3-5CB58088A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2C235-AB6F-41F0-8728-D1DAF8B70D7A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7763861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8202F-A538-4C5E-A747-22CDF6D77E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82A6A1-326A-4225-8F60-B4743525F3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133C14-4E2A-4B7D-825F-B544EECCC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BD91C-2CDE-45C7-8E15-86D488039A1A}" type="datetimeFigureOut">
              <a:rPr lang="ro-RO" smtClean="0"/>
              <a:t>09.12.2024</a:t>
            </a:fld>
            <a:endParaRPr lang="ro-R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22A200-1EDD-4AB7-AA8D-058D8C7FE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4A4F7B-3F29-4BA8-9DC2-3EF3E30C5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2C235-AB6F-41F0-8728-D1DAF8B70D7A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5000347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57960F-4176-4A9F-90AC-D875A76611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A5287C-7F6C-4054-8E50-C40EB835C2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D9EDCD-A8D7-4D37-9632-2CBF475584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BD91C-2CDE-45C7-8E15-86D488039A1A}" type="datetimeFigureOut">
              <a:rPr lang="ro-RO" smtClean="0"/>
              <a:t>09.12.2024</a:t>
            </a:fld>
            <a:endParaRPr lang="ro-R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1511B-C110-4002-8DFE-8271204954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13823C-3FA4-425A-BAF9-D97F2E9D4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2C235-AB6F-41F0-8728-D1DAF8B70D7A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8295349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6FBCB7-FDAA-4F57-8AE0-C2B1AF73B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BEC7D1-2C1E-4314-AAAC-0ACCAE3638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13A149-3EE2-4DE6-B023-3F947AC105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E87C4D-7AB1-4CE4-873A-54D1EBC915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BD91C-2CDE-45C7-8E15-86D488039A1A}" type="datetimeFigureOut">
              <a:rPr lang="ro-RO" smtClean="0"/>
              <a:t>09.12.2024</a:t>
            </a:fld>
            <a:endParaRPr lang="ro-R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5D34EE-5F30-4187-A6C9-EC7C8BD008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F5775A-0D00-4AE4-9C77-5940DBC2B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2C235-AB6F-41F0-8728-D1DAF8B70D7A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6154388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60B896-4154-4C8A-9A4F-880C532184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5EEE7A-BE52-4D3A-9ACF-2F06515EDE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1BDB5B-697F-4359-913A-5457A8ED83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2508FE-BC1B-49D7-9490-F2385A44FC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9C1EF70-5F6A-4138-B500-F77257769F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A97539-C857-4F69-9823-0F0E05EBB5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BD91C-2CDE-45C7-8E15-86D488039A1A}" type="datetimeFigureOut">
              <a:rPr lang="ro-RO" smtClean="0"/>
              <a:t>09.12.2024</a:t>
            </a:fld>
            <a:endParaRPr lang="ro-RO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9D1AD5D-5F52-4A2B-B834-ADCBBFC7F9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265E7FA-CFEC-4C09-B7D7-FE5D6F960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2C235-AB6F-41F0-8728-D1DAF8B70D7A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9720159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E1C386-0F66-472C-9AC6-267AAFB997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BA9E9F-01EC-4911-84F6-5038456DC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BD91C-2CDE-45C7-8E15-86D488039A1A}" type="datetimeFigureOut">
              <a:rPr lang="ro-RO" smtClean="0"/>
              <a:t>09.12.2024</a:t>
            </a:fld>
            <a:endParaRPr lang="ro-RO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34CA03-43B5-4D7D-90BF-FB29D6610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D9FE8D-EBE2-420F-97B2-39094495E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2C235-AB6F-41F0-8728-D1DAF8B70D7A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828481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962C4DD-8571-4C82-8920-78BC6672E4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BD91C-2CDE-45C7-8E15-86D488039A1A}" type="datetimeFigureOut">
              <a:rPr lang="ro-RO" smtClean="0"/>
              <a:t>09.12.2024</a:t>
            </a:fld>
            <a:endParaRPr lang="ro-RO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1B20311-82D1-45F9-AAAB-7A645D4143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0727C0-4B44-4C63-A198-D3E6C40CD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2C235-AB6F-41F0-8728-D1DAF8B70D7A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2581941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A1FB61-CA31-4E73-BC88-58D26D4F12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727BC6-BF1C-46FC-A6A2-2F81E233DA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BE8BA4-93D5-4555-8CED-F538F62C74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C4B5CE-482B-4A77-BA57-65F3C7506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BD91C-2CDE-45C7-8E15-86D488039A1A}" type="datetimeFigureOut">
              <a:rPr lang="ro-RO" smtClean="0"/>
              <a:t>09.12.2024</a:t>
            </a:fld>
            <a:endParaRPr lang="ro-R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41603F-8D31-498B-AC85-E33B1879F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9BD603-1AB9-4C6E-B750-0C8EEBD3A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2C235-AB6F-41F0-8728-D1DAF8B70D7A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5936479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F2FA5C-B1F6-4070-BBD6-0957AF37D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A7A8599-5422-47D9-B755-D257B033CC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o-RO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DDC363-B164-4119-9B1A-D25EC455CC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6DA02B-3B21-4D81-86C0-36BEFBC505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BD91C-2CDE-45C7-8E15-86D488039A1A}" type="datetimeFigureOut">
              <a:rPr lang="ro-RO" smtClean="0"/>
              <a:t>09.12.2024</a:t>
            </a:fld>
            <a:endParaRPr lang="ro-R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D51855-5E78-4302-85C3-308B25CCBE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B23020-1721-4BC1-A110-016D2B76D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2C235-AB6F-41F0-8728-D1DAF8B70D7A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7909876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8FA242-6414-4C0B-BA46-CE63E72FF7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02EB0F-66B1-4B99-A342-31AB81D7C4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E71A65-0D8B-4BBD-AD92-263F42FBDB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BD91C-2CDE-45C7-8E15-86D488039A1A}" type="datetimeFigureOut">
              <a:rPr lang="ro-RO" smtClean="0"/>
              <a:t>09.12.2024</a:t>
            </a:fld>
            <a:endParaRPr lang="ro-R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9FBAF9-3675-47CC-8CEC-6538BBF94F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A0D69F-DDF4-46EF-84CC-B66B78505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2C235-AB6F-41F0-8728-D1DAF8B70D7A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3661980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5C06B0-7A52-4C75-812B-7CA8409389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E2FE69-FD6C-4C26-A865-E0A22EDCAF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F140B7-F170-4A38-94F8-1D88F254C0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7BD91C-2CDE-45C7-8E15-86D488039A1A}" type="datetimeFigureOut">
              <a:rPr lang="ro-RO" smtClean="0"/>
              <a:t>09.12.2024</a:t>
            </a:fld>
            <a:endParaRPr lang="ro-R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C6CE87-9324-4F14-A5A3-94E24CA5C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479E5C-E7AC-4C87-83DD-67CFBECC3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2C235-AB6F-41F0-8728-D1DAF8B70D7A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3726670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C2AAE9D-6E66-4739-801B-F0BB75D1AF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o-RO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6ECDAC-2DA1-4708-B613-B37D92ED37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o-RO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EE54A1-C1BD-487A-BA33-615FC68399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7BD91C-2CDE-45C7-8E15-86D488039A1A}" type="datetimeFigureOut">
              <a:rPr lang="ro-RO" smtClean="0"/>
              <a:t>09.12.2024</a:t>
            </a:fld>
            <a:endParaRPr lang="ro-RO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3FA3F2-03D1-4CFC-A281-15B511C3CC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o-RO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D2FA34-07CB-43D5-87E4-CD12D37884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F2C235-AB6F-41F0-8728-D1DAF8B70D7A}" type="slidenum">
              <a:rPr lang="ro-RO" smtClean="0"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2786944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png"/><Relationship Id="rId7" Type="http://schemas.openxmlformats.org/officeDocument/2006/relationships/hyperlink" Target="https://thelivinggallery.blogspot.com/2016/10/naan-making-naan-in-induction-stove.html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5" Type="http://schemas.openxmlformats.org/officeDocument/2006/relationships/hyperlink" Target="https://kichencorner.blogspot.com/2010/12/tandoori-chicken.html" TargetMode="External"/><Relationship Id="rId4" Type="http://schemas.openxmlformats.org/officeDocument/2006/relationships/image" Target="../media/image3.JPG"/><Relationship Id="rId9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sv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jpe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DDF8D3D-F385-419F-8D69-EFD6D9E61DF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31" b="7731"/>
          <a:stretch/>
        </p:blipFill>
        <p:spPr>
          <a:xfrm>
            <a:off x="-1" y="-1"/>
            <a:ext cx="12168347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F463A0D-4C2B-4160-876F-3969E524C5E7}"/>
              </a:ext>
            </a:extLst>
          </p:cNvPr>
          <p:cNvSpPr txBox="1"/>
          <p:nvPr/>
        </p:nvSpPr>
        <p:spPr>
          <a:xfrm>
            <a:off x="0" y="0"/>
            <a:ext cx="12192002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9724705" y="2816816"/>
                </a:moveTo>
                <a:lnTo>
                  <a:pt x="9964775" y="3598689"/>
                </a:lnTo>
                <a:lnTo>
                  <a:pt x="9487139" y="3598689"/>
                </a:lnTo>
                <a:close/>
                <a:moveTo>
                  <a:pt x="5904709" y="2745601"/>
                </a:moveTo>
                <a:lnTo>
                  <a:pt x="6072358" y="2745601"/>
                </a:lnTo>
                <a:cubicBezTo>
                  <a:pt x="6246437" y="2745601"/>
                  <a:pt x="6371062" y="2788132"/>
                  <a:pt x="6446233" y="2873194"/>
                </a:cubicBezTo>
                <a:cubicBezTo>
                  <a:pt x="6521403" y="2958255"/>
                  <a:pt x="6558989" y="3116015"/>
                  <a:pt x="6558989" y="3346472"/>
                </a:cubicBezTo>
                <a:cubicBezTo>
                  <a:pt x="6558989" y="3520551"/>
                  <a:pt x="6542174" y="3646412"/>
                  <a:pt x="6508545" y="3724056"/>
                </a:cubicBezTo>
                <a:cubicBezTo>
                  <a:pt x="6474916" y="3801699"/>
                  <a:pt x="6428429" y="3856099"/>
                  <a:pt x="6369084" y="3887255"/>
                </a:cubicBezTo>
                <a:cubicBezTo>
                  <a:pt x="6309739" y="3918411"/>
                  <a:pt x="6209842" y="3933989"/>
                  <a:pt x="6069391" y="3933989"/>
                </a:cubicBezTo>
                <a:lnTo>
                  <a:pt x="5904709" y="3933989"/>
                </a:lnTo>
                <a:close/>
                <a:moveTo>
                  <a:pt x="9366408" y="2253036"/>
                </a:moveTo>
                <a:lnTo>
                  <a:pt x="8548928" y="4428038"/>
                </a:lnTo>
                <a:lnTo>
                  <a:pt x="9235153" y="4428038"/>
                </a:lnTo>
                <a:lnTo>
                  <a:pt x="9341164" y="4068999"/>
                </a:lnTo>
                <a:lnTo>
                  <a:pt x="10104190" y="4068999"/>
                </a:lnTo>
                <a:lnTo>
                  <a:pt x="10213005" y="4428038"/>
                </a:lnTo>
                <a:lnTo>
                  <a:pt x="10916802" y="4428038"/>
                </a:lnTo>
                <a:lnTo>
                  <a:pt x="10099507" y="2253036"/>
                </a:lnTo>
                <a:close/>
                <a:moveTo>
                  <a:pt x="7612627" y="2253036"/>
                </a:moveTo>
                <a:lnTo>
                  <a:pt x="7612627" y="4428038"/>
                </a:lnTo>
                <a:lnTo>
                  <a:pt x="8286195" y="4428038"/>
                </a:lnTo>
                <a:lnTo>
                  <a:pt x="8286195" y="2253036"/>
                </a:lnTo>
                <a:close/>
                <a:moveTo>
                  <a:pt x="5232624" y="2253036"/>
                </a:moveTo>
                <a:lnTo>
                  <a:pt x="5232624" y="4428038"/>
                </a:lnTo>
                <a:lnTo>
                  <a:pt x="6231107" y="4428038"/>
                </a:lnTo>
                <a:cubicBezTo>
                  <a:pt x="6350786" y="4428038"/>
                  <a:pt x="6484313" y="4408256"/>
                  <a:pt x="6631687" y="4368693"/>
                </a:cubicBezTo>
                <a:cubicBezTo>
                  <a:pt x="6739497" y="4340009"/>
                  <a:pt x="6840384" y="4282395"/>
                  <a:pt x="6934347" y="4195850"/>
                </a:cubicBezTo>
                <a:cubicBezTo>
                  <a:pt x="7028310" y="4109305"/>
                  <a:pt x="7101750" y="4001989"/>
                  <a:pt x="7154667" y="3873902"/>
                </a:cubicBezTo>
                <a:cubicBezTo>
                  <a:pt x="7207582" y="3745815"/>
                  <a:pt x="7234041" y="3565554"/>
                  <a:pt x="7234041" y="3333119"/>
                </a:cubicBezTo>
                <a:cubicBezTo>
                  <a:pt x="7234041" y="3184756"/>
                  <a:pt x="7216237" y="3044306"/>
                  <a:pt x="7180630" y="2911768"/>
                </a:cubicBezTo>
                <a:cubicBezTo>
                  <a:pt x="7145023" y="2779230"/>
                  <a:pt x="7087655" y="2663013"/>
                  <a:pt x="7008529" y="2563115"/>
                </a:cubicBezTo>
                <a:cubicBezTo>
                  <a:pt x="6929402" y="2463217"/>
                  <a:pt x="6829257" y="2386563"/>
                  <a:pt x="6708094" y="2333152"/>
                </a:cubicBezTo>
                <a:cubicBezTo>
                  <a:pt x="6586930" y="2279741"/>
                  <a:pt x="6427935" y="2253036"/>
                  <a:pt x="6231107" y="2253036"/>
                </a:cubicBezTo>
                <a:close/>
                <a:moveTo>
                  <a:pt x="2694523" y="2253036"/>
                </a:moveTo>
                <a:lnTo>
                  <a:pt x="2694523" y="4428038"/>
                </a:lnTo>
                <a:lnTo>
                  <a:pt x="3326550" y="4428038"/>
                </a:lnTo>
                <a:lnTo>
                  <a:pt x="3326550" y="3233808"/>
                </a:lnTo>
                <a:lnTo>
                  <a:pt x="4141062" y="4428038"/>
                </a:lnTo>
                <a:lnTo>
                  <a:pt x="4774573" y="4428038"/>
                </a:lnTo>
                <a:lnTo>
                  <a:pt x="4774573" y="2253036"/>
                </a:lnTo>
                <a:lnTo>
                  <a:pt x="4141062" y="2253036"/>
                </a:lnTo>
                <a:lnTo>
                  <a:pt x="4141062" y="3456353"/>
                </a:lnTo>
                <a:lnTo>
                  <a:pt x="3322099" y="2253036"/>
                </a:lnTo>
                <a:close/>
                <a:moveTo>
                  <a:pt x="1535677" y="2253036"/>
                </a:moveTo>
                <a:lnTo>
                  <a:pt x="1535677" y="4428038"/>
                </a:lnTo>
                <a:lnTo>
                  <a:pt x="2209245" y="4428038"/>
                </a:lnTo>
                <a:lnTo>
                  <a:pt x="2209245" y="2253036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ro-RO" sz="239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9726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DDF8D3D-F385-419F-8D69-EFD6D9E61DF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31" b="7731"/>
          <a:stretch/>
        </p:blipFill>
        <p:spPr>
          <a:xfrm>
            <a:off x="-1255989" y="-639889"/>
            <a:ext cx="14703978" cy="828706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F463A0D-4C2B-4160-876F-3969E524C5E7}"/>
              </a:ext>
            </a:extLst>
          </p:cNvPr>
          <p:cNvSpPr txBox="1">
            <a:spLocks noChangeAspect="1"/>
          </p:cNvSpPr>
          <p:nvPr/>
        </p:nvSpPr>
        <p:spPr>
          <a:xfrm>
            <a:off x="-105666700" y="-59162082"/>
            <a:ext cx="245815190" cy="140886573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9724705" y="2816816"/>
                </a:moveTo>
                <a:lnTo>
                  <a:pt x="9964775" y="3598689"/>
                </a:lnTo>
                <a:lnTo>
                  <a:pt x="9487139" y="3598689"/>
                </a:lnTo>
                <a:close/>
                <a:moveTo>
                  <a:pt x="5904709" y="2745601"/>
                </a:moveTo>
                <a:lnTo>
                  <a:pt x="6072358" y="2745601"/>
                </a:lnTo>
                <a:cubicBezTo>
                  <a:pt x="6246437" y="2745601"/>
                  <a:pt x="6371062" y="2788132"/>
                  <a:pt x="6446233" y="2873194"/>
                </a:cubicBezTo>
                <a:cubicBezTo>
                  <a:pt x="6521403" y="2958255"/>
                  <a:pt x="6558989" y="3116015"/>
                  <a:pt x="6558989" y="3346472"/>
                </a:cubicBezTo>
                <a:cubicBezTo>
                  <a:pt x="6558989" y="3520551"/>
                  <a:pt x="6542174" y="3646412"/>
                  <a:pt x="6508545" y="3724056"/>
                </a:cubicBezTo>
                <a:cubicBezTo>
                  <a:pt x="6474916" y="3801699"/>
                  <a:pt x="6428429" y="3856099"/>
                  <a:pt x="6369084" y="3887255"/>
                </a:cubicBezTo>
                <a:cubicBezTo>
                  <a:pt x="6309739" y="3918411"/>
                  <a:pt x="6209842" y="3933989"/>
                  <a:pt x="6069391" y="3933989"/>
                </a:cubicBezTo>
                <a:lnTo>
                  <a:pt x="5904709" y="3933989"/>
                </a:lnTo>
                <a:close/>
                <a:moveTo>
                  <a:pt x="9366408" y="2253036"/>
                </a:moveTo>
                <a:lnTo>
                  <a:pt x="8548928" y="4428038"/>
                </a:lnTo>
                <a:lnTo>
                  <a:pt x="9235153" y="4428038"/>
                </a:lnTo>
                <a:lnTo>
                  <a:pt x="9341164" y="4068999"/>
                </a:lnTo>
                <a:lnTo>
                  <a:pt x="10104190" y="4068999"/>
                </a:lnTo>
                <a:lnTo>
                  <a:pt x="10213005" y="4428038"/>
                </a:lnTo>
                <a:lnTo>
                  <a:pt x="10916802" y="4428038"/>
                </a:lnTo>
                <a:lnTo>
                  <a:pt x="10099507" y="2253036"/>
                </a:lnTo>
                <a:close/>
                <a:moveTo>
                  <a:pt x="7612627" y="2253036"/>
                </a:moveTo>
                <a:lnTo>
                  <a:pt x="7612627" y="4428038"/>
                </a:lnTo>
                <a:lnTo>
                  <a:pt x="8286195" y="4428038"/>
                </a:lnTo>
                <a:lnTo>
                  <a:pt x="8286195" y="2253036"/>
                </a:lnTo>
                <a:close/>
                <a:moveTo>
                  <a:pt x="5232624" y="2253036"/>
                </a:moveTo>
                <a:lnTo>
                  <a:pt x="5232624" y="4428038"/>
                </a:lnTo>
                <a:lnTo>
                  <a:pt x="6231107" y="4428038"/>
                </a:lnTo>
                <a:cubicBezTo>
                  <a:pt x="6350786" y="4428038"/>
                  <a:pt x="6484313" y="4408256"/>
                  <a:pt x="6631687" y="4368693"/>
                </a:cubicBezTo>
                <a:cubicBezTo>
                  <a:pt x="6739497" y="4340009"/>
                  <a:pt x="6840384" y="4282395"/>
                  <a:pt x="6934347" y="4195850"/>
                </a:cubicBezTo>
                <a:cubicBezTo>
                  <a:pt x="7028310" y="4109305"/>
                  <a:pt x="7101750" y="4001989"/>
                  <a:pt x="7154667" y="3873902"/>
                </a:cubicBezTo>
                <a:cubicBezTo>
                  <a:pt x="7207582" y="3745815"/>
                  <a:pt x="7234041" y="3565554"/>
                  <a:pt x="7234041" y="3333119"/>
                </a:cubicBezTo>
                <a:cubicBezTo>
                  <a:pt x="7234041" y="3184756"/>
                  <a:pt x="7216237" y="3044306"/>
                  <a:pt x="7180630" y="2911768"/>
                </a:cubicBezTo>
                <a:cubicBezTo>
                  <a:pt x="7145023" y="2779230"/>
                  <a:pt x="7087655" y="2663013"/>
                  <a:pt x="7008529" y="2563115"/>
                </a:cubicBezTo>
                <a:cubicBezTo>
                  <a:pt x="6929402" y="2463217"/>
                  <a:pt x="6829257" y="2386563"/>
                  <a:pt x="6708094" y="2333152"/>
                </a:cubicBezTo>
                <a:cubicBezTo>
                  <a:pt x="6586930" y="2279741"/>
                  <a:pt x="6427935" y="2253036"/>
                  <a:pt x="6231107" y="2253036"/>
                </a:cubicBezTo>
                <a:close/>
                <a:moveTo>
                  <a:pt x="2694523" y="2253036"/>
                </a:moveTo>
                <a:lnTo>
                  <a:pt x="2694523" y="4428038"/>
                </a:lnTo>
                <a:lnTo>
                  <a:pt x="3326550" y="4428038"/>
                </a:lnTo>
                <a:lnTo>
                  <a:pt x="3326550" y="3233808"/>
                </a:lnTo>
                <a:lnTo>
                  <a:pt x="4141062" y="4428038"/>
                </a:lnTo>
                <a:lnTo>
                  <a:pt x="4774573" y="4428038"/>
                </a:lnTo>
                <a:lnTo>
                  <a:pt x="4774573" y="2253036"/>
                </a:lnTo>
                <a:lnTo>
                  <a:pt x="4141062" y="2253036"/>
                </a:lnTo>
                <a:lnTo>
                  <a:pt x="4141062" y="3456353"/>
                </a:lnTo>
                <a:lnTo>
                  <a:pt x="3322099" y="2253036"/>
                </a:lnTo>
                <a:close/>
                <a:moveTo>
                  <a:pt x="1535677" y="2253036"/>
                </a:moveTo>
                <a:lnTo>
                  <a:pt x="1535677" y="4428038"/>
                </a:lnTo>
                <a:lnTo>
                  <a:pt x="2209245" y="4428038"/>
                </a:lnTo>
                <a:lnTo>
                  <a:pt x="2209245" y="2253036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ro-RO" sz="23900" dirty="0">
              <a:latin typeface="Arial Black" panose="020B0A040201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3B788A6-C540-451A-A97F-ACDA12EACB1C}"/>
              </a:ext>
            </a:extLst>
          </p:cNvPr>
          <p:cNvSpPr/>
          <p:nvPr/>
        </p:nvSpPr>
        <p:spPr>
          <a:xfrm>
            <a:off x="-1" y="-130629"/>
            <a:ext cx="21814971" cy="7053943"/>
          </a:xfrm>
          <a:prstGeom prst="rect">
            <a:avLst/>
          </a:prstGeom>
          <a:gradFill flip="none" rotWithShape="1">
            <a:gsLst>
              <a:gs pos="28000">
                <a:schemeClr val="tx1">
                  <a:alpha val="85000"/>
                </a:schemeClr>
              </a:gs>
              <a:gs pos="100000">
                <a:schemeClr val="tx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o-RO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613B7A-803F-441E-8F57-219EF588403A}"/>
              </a:ext>
            </a:extLst>
          </p:cNvPr>
          <p:cNvSpPr txBox="1"/>
          <p:nvPr/>
        </p:nvSpPr>
        <p:spPr>
          <a:xfrm>
            <a:off x="5074297" y="0"/>
            <a:ext cx="204340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chemeClr val="bg1"/>
                </a:solidFill>
              </a:rPr>
              <a:t>INDIA</a:t>
            </a:r>
            <a:endParaRPr lang="ro-RO" sz="6000" b="1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7725A7-B5FB-4101-8512-71D410EA9A2C}"/>
              </a:ext>
            </a:extLst>
          </p:cNvPr>
          <p:cNvSpPr txBox="1"/>
          <p:nvPr/>
        </p:nvSpPr>
        <p:spPr>
          <a:xfrm>
            <a:off x="298580" y="877078"/>
            <a:ext cx="1159484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</a:rPr>
              <a:t>C</a:t>
            </a:r>
            <a:r>
              <a:rPr lang="ro-RO" sz="4400" b="1" dirty="0">
                <a:solidFill>
                  <a:schemeClr val="bg1"/>
                </a:solidFill>
              </a:rPr>
              <a:t>â</a:t>
            </a:r>
            <a:r>
              <a:rPr lang="en-US" sz="4400" b="1" dirty="0" err="1">
                <a:solidFill>
                  <a:schemeClr val="bg1"/>
                </a:solidFill>
              </a:rPr>
              <a:t>teva</a:t>
            </a:r>
            <a:r>
              <a:rPr lang="en-US" sz="4400" b="1" dirty="0">
                <a:solidFill>
                  <a:schemeClr val="bg1"/>
                </a:solidFill>
              </a:rPr>
              <a:t> </a:t>
            </a:r>
            <a:r>
              <a:rPr lang="ro-RO" sz="4400" b="1" dirty="0">
                <a:solidFill>
                  <a:schemeClr val="bg1"/>
                </a:solidFill>
              </a:rPr>
              <a:t>informații</a:t>
            </a:r>
            <a:r>
              <a:rPr lang="en-US" sz="4400" b="1" dirty="0">
                <a:solidFill>
                  <a:schemeClr val="bg1"/>
                </a:solidFill>
              </a:rPr>
              <a:t> </a:t>
            </a:r>
            <a:r>
              <a:rPr lang="en-US" sz="4400" b="1" dirty="0" err="1">
                <a:solidFill>
                  <a:schemeClr val="bg1"/>
                </a:solidFill>
              </a:rPr>
              <a:t>despre</a:t>
            </a:r>
            <a:r>
              <a:rPr lang="en-US" sz="4400" b="1" dirty="0">
                <a:solidFill>
                  <a:schemeClr val="bg1"/>
                </a:solidFill>
              </a:rPr>
              <a:t> India:</a:t>
            </a:r>
          </a:p>
          <a:p>
            <a:pPr marL="342900" indent="-342900">
              <a:buFont typeface="+mj-lt"/>
              <a:buAutoNum type="arabicPeriod"/>
            </a:pPr>
            <a:r>
              <a:rPr lang="ro-RO" sz="4400" b="1" dirty="0">
                <a:solidFill>
                  <a:schemeClr val="bg1"/>
                </a:solidFill>
              </a:rPr>
              <a:t> </a:t>
            </a:r>
            <a:r>
              <a:rPr lang="en-US" sz="4400" b="1" dirty="0" err="1">
                <a:solidFill>
                  <a:schemeClr val="bg1"/>
                </a:solidFill>
              </a:rPr>
              <a:t>Numele</a:t>
            </a:r>
            <a:r>
              <a:rPr lang="en-US" sz="4400" b="1" dirty="0">
                <a:solidFill>
                  <a:schemeClr val="bg1"/>
                </a:solidFill>
              </a:rPr>
              <a:t> </a:t>
            </a:r>
            <a:r>
              <a:rPr lang="en-US" sz="4400" b="1" dirty="0" err="1">
                <a:solidFill>
                  <a:schemeClr val="bg1"/>
                </a:solidFill>
              </a:rPr>
              <a:t>oficial</a:t>
            </a:r>
            <a:r>
              <a:rPr lang="en-US" sz="4400" b="1" dirty="0">
                <a:solidFill>
                  <a:schemeClr val="bg1"/>
                </a:solidFill>
              </a:rPr>
              <a:t>: </a:t>
            </a:r>
            <a:r>
              <a:rPr lang="en-US" sz="4400" dirty="0" err="1">
                <a:solidFill>
                  <a:schemeClr val="bg1"/>
                </a:solidFill>
              </a:rPr>
              <a:t>Republica</a:t>
            </a:r>
            <a:r>
              <a:rPr lang="en-US" sz="4400" dirty="0">
                <a:solidFill>
                  <a:schemeClr val="bg1"/>
                </a:solidFill>
              </a:rPr>
              <a:t> India</a:t>
            </a:r>
          </a:p>
          <a:p>
            <a:pPr marL="342900" indent="-342900">
              <a:buFont typeface="+mj-lt"/>
              <a:buAutoNum type="arabicPeriod"/>
            </a:pPr>
            <a:r>
              <a:rPr lang="ro-RO" sz="4400" b="1" dirty="0">
                <a:solidFill>
                  <a:schemeClr val="bg1"/>
                </a:solidFill>
              </a:rPr>
              <a:t> </a:t>
            </a:r>
            <a:r>
              <a:rPr lang="en-US" sz="4400" b="1" dirty="0" err="1">
                <a:solidFill>
                  <a:schemeClr val="bg1"/>
                </a:solidFill>
              </a:rPr>
              <a:t>Loca</a:t>
            </a:r>
            <a:r>
              <a:rPr lang="ro-RO" sz="4400" b="1" dirty="0">
                <a:solidFill>
                  <a:schemeClr val="bg1"/>
                </a:solidFill>
              </a:rPr>
              <a:t>ț</a:t>
            </a:r>
            <a:r>
              <a:rPr lang="en-US" sz="4400" b="1" dirty="0" err="1">
                <a:solidFill>
                  <a:schemeClr val="bg1"/>
                </a:solidFill>
              </a:rPr>
              <a:t>ie</a:t>
            </a:r>
            <a:r>
              <a:rPr lang="en-US" sz="4400" b="1" dirty="0">
                <a:solidFill>
                  <a:schemeClr val="bg1"/>
                </a:solidFill>
              </a:rPr>
              <a:t>: </a:t>
            </a:r>
            <a:r>
              <a:rPr lang="en-US" sz="4400" dirty="0" err="1">
                <a:solidFill>
                  <a:schemeClr val="bg1"/>
                </a:solidFill>
              </a:rPr>
              <a:t>sudul</a:t>
            </a:r>
            <a:r>
              <a:rPr lang="en-US" sz="4400" dirty="0">
                <a:solidFill>
                  <a:schemeClr val="bg1"/>
                </a:solidFill>
              </a:rPr>
              <a:t> </a:t>
            </a:r>
            <a:r>
              <a:rPr lang="en-US" sz="4400" dirty="0" err="1">
                <a:solidFill>
                  <a:schemeClr val="bg1"/>
                </a:solidFill>
              </a:rPr>
              <a:t>Asiei</a:t>
            </a:r>
            <a:endParaRPr lang="en-US" sz="4400" dirty="0">
              <a:solidFill>
                <a:schemeClr val="bg1"/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ro-RO" sz="4400" b="1" dirty="0">
                <a:solidFill>
                  <a:schemeClr val="bg1"/>
                </a:solidFill>
              </a:rPr>
              <a:t> </a:t>
            </a:r>
            <a:r>
              <a:rPr lang="en-US" sz="4400" b="1" dirty="0" err="1">
                <a:solidFill>
                  <a:schemeClr val="bg1"/>
                </a:solidFill>
              </a:rPr>
              <a:t>Popula</a:t>
            </a:r>
            <a:r>
              <a:rPr lang="ro-RO" sz="4400" b="1" dirty="0">
                <a:solidFill>
                  <a:schemeClr val="bg1"/>
                </a:solidFill>
              </a:rPr>
              <a:t>ț</a:t>
            </a:r>
            <a:r>
              <a:rPr lang="en-US" sz="4400" b="1" dirty="0" err="1">
                <a:solidFill>
                  <a:schemeClr val="bg1"/>
                </a:solidFill>
              </a:rPr>
              <a:t>ie</a:t>
            </a:r>
            <a:r>
              <a:rPr lang="en-US" sz="4400" b="1" dirty="0">
                <a:solidFill>
                  <a:schemeClr val="bg1"/>
                </a:solidFill>
              </a:rPr>
              <a:t>: </a:t>
            </a:r>
            <a:r>
              <a:rPr lang="en-US" sz="4400" dirty="0">
                <a:solidFill>
                  <a:schemeClr val="bg1"/>
                </a:solidFill>
              </a:rPr>
              <a:t>1 442 115 501 (1</a:t>
            </a:r>
            <a:r>
              <a:rPr lang="ro-RO" sz="4400" dirty="0">
                <a:solidFill>
                  <a:schemeClr val="bg1"/>
                </a:solidFill>
              </a:rPr>
              <a:t>.</a:t>
            </a:r>
            <a:r>
              <a:rPr lang="en-US" sz="4400" dirty="0">
                <a:solidFill>
                  <a:schemeClr val="bg1"/>
                </a:solidFill>
              </a:rPr>
              <a:t>4 </a:t>
            </a:r>
            <a:r>
              <a:rPr lang="en-US" sz="4400" dirty="0" err="1">
                <a:solidFill>
                  <a:schemeClr val="bg1"/>
                </a:solidFill>
              </a:rPr>
              <a:t>Miliarde</a:t>
            </a:r>
            <a:r>
              <a:rPr lang="en-US" sz="4400" dirty="0">
                <a:solidFill>
                  <a:schemeClr val="bg1"/>
                </a:solidFill>
              </a:rPr>
              <a:t>)</a:t>
            </a:r>
          </a:p>
          <a:p>
            <a:pPr marL="342900" indent="-342900">
              <a:buFont typeface="+mj-lt"/>
              <a:buAutoNum type="arabicPeriod"/>
            </a:pPr>
            <a:r>
              <a:rPr lang="ro-RO" sz="4400" b="1" dirty="0">
                <a:solidFill>
                  <a:schemeClr val="bg1"/>
                </a:solidFill>
              </a:rPr>
              <a:t> </a:t>
            </a:r>
            <a:r>
              <a:rPr lang="en-US" sz="4400" b="1" dirty="0" err="1">
                <a:solidFill>
                  <a:schemeClr val="bg1"/>
                </a:solidFill>
              </a:rPr>
              <a:t>Capitala</a:t>
            </a:r>
            <a:r>
              <a:rPr lang="en-US" sz="4400" b="1" dirty="0">
                <a:solidFill>
                  <a:schemeClr val="bg1"/>
                </a:solidFill>
              </a:rPr>
              <a:t>: </a:t>
            </a:r>
            <a:r>
              <a:rPr lang="en-US" sz="4400" dirty="0">
                <a:solidFill>
                  <a:schemeClr val="bg1"/>
                </a:solidFill>
              </a:rPr>
              <a:t>New Delhi</a:t>
            </a:r>
          </a:p>
          <a:p>
            <a:pPr marL="342900" indent="-342900">
              <a:buFont typeface="+mj-lt"/>
              <a:buAutoNum type="arabicPeriod"/>
            </a:pPr>
            <a:r>
              <a:rPr lang="ro-RO" sz="4400" b="1" dirty="0">
                <a:solidFill>
                  <a:schemeClr val="bg1"/>
                </a:solidFill>
              </a:rPr>
              <a:t> </a:t>
            </a:r>
            <a:r>
              <a:rPr lang="en-US" sz="4400" b="1" dirty="0" err="1">
                <a:solidFill>
                  <a:schemeClr val="bg1"/>
                </a:solidFill>
              </a:rPr>
              <a:t>Moned</a:t>
            </a:r>
            <a:r>
              <a:rPr lang="ro-RO" sz="4400" b="1" dirty="0">
                <a:solidFill>
                  <a:schemeClr val="bg1"/>
                </a:solidFill>
              </a:rPr>
              <a:t>ă</a:t>
            </a:r>
            <a:r>
              <a:rPr lang="en-US" sz="4400" b="1" dirty="0">
                <a:solidFill>
                  <a:schemeClr val="bg1"/>
                </a:solidFill>
              </a:rPr>
              <a:t>: </a:t>
            </a:r>
            <a:r>
              <a:rPr lang="en-US" sz="4400" dirty="0" err="1">
                <a:solidFill>
                  <a:schemeClr val="bg1"/>
                </a:solidFill>
              </a:rPr>
              <a:t>rupie</a:t>
            </a:r>
            <a:r>
              <a:rPr lang="en-US" sz="4400" dirty="0">
                <a:solidFill>
                  <a:schemeClr val="bg1"/>
                </a:solidFill>
              </a:rPr>
              <a:t> </a:t>
            </a:r>
            <a:r>
              <a:rPr lang="en-US" sz="4400" dirty="0" err="1">
                <a:solidFill>
                  <a:schemeClr val="bg1"/>
                </a:solidFill>
              </a:rPr>
              <a:t>indian</a:t>
            </a:r>
            <a:r>
              <a:rPr lang="ro-RO" sz="4400" dirty="0">
                <a:solidFill>
                  <a:schemeClr val="bg1"/>
                </a:solidFill>
              </a:rPr>
              <a:t>ă</a:t>
            </a:r>
          </a:p>
          <a:p>
            <a:pPr marL="342900" indent="-342900">
              <a:buFont typeface="+mj-lt"/>
              <a:buAutoNum type="arabicPeriod"/>
            </a:pPr>
            <a:r>
              <a:rPr lang="ro-RO" sz="4400" b="1" dirty="0">
                <a:solidFill>
                  <a:schemeClr val="bg1"/>
                </a:solidFill>
              </a:rPr>
              <a:t> Orașe cunoscute: </a:t>
            </a:r>
            <a:r>
              <a:rPr lang="ro-RO" sz="4400" dirty="0">
                <a:solidFill>
                  <a:schemeClr val="bg1"/>
                </a:solidFill>
              </a:rPr>
              <a:t>Calcutta, Mumbai</a:t>
            </a:r>
          </a:p>
        </p:txBody>
      </p:sp>
    </p:spTree>
    <p:extLst>
      <p:ext uri="{BB962C8B-B14F-4D97-AF65-F5344CB8AC3E}">
        <p14:creationId xmlns:p14="http://schemas.microsoft.com/office/powerpoint/2010/main" val="35495519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45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DDF8D3D-F385-419F-8D69-EFD6D9E61DF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31" b="7731"/>
          <a:stretch/>
        </p:blipFill>
        <p:spPr>
          <a:xfrm>
            <a:off x="-1255989" y="-639889"/>
            <a:ext cx="14703978" cy="828706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F463A0D-4C2B-4160-876F-3969E524C5E7}"/>
              </a:ext>
            </a:extLst>
          </p:cNvPr>
          <p:cNvSpPr txBox="1">
            <a:spLocks noChangeAspect="1"/>
          </p:cNvSpPr>
          <p:nvPr/>
        </p:nvSpPr>
        <p:spPr>
          <a:xfrm>
            <a:off x="-105666700" y="-59162082"/>
            <a:ext cx="245815190" cy="140886573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9724705" y="2816816"/>
                </a:moveTo>
                <a:lnTo>
                  <a:pt x="9964775" y="3598689"/>
                </a:lnTo>
                <a:lnTo>
                  <a:pt x="9487139" y="3598689"/>
                </a:lnTo>
                <a:close/>
                <a:moveTo>
                  <a:pt x="5904709" y="2745601"/>
                </a:moveTo>
                <a:lnTo>
                  <a:pt x="6072358" y="2745601"/>
                </a:lnTo>
                <a:cubicBezTo>
                  <a:pt x="6246437" y="2745601"/>
                  <a:pt x="6371062" y="2788132"/>
                  <a:pt x="6446233" y="2873194"/>
                </a:cubicBezTo>
                <a:cubicBezTo>
                  <a:pt x="6521403" y="2958255"/>
                  <a:pt x="6558989" y="3116015"/>
                  <a:pt x="6558989" y="3346472"/>
                </a:cubicBezTo>
                <a:cubicBezTo>
                  <a:pt x="6558989" y="3520551"/>
                  <a:pt x="6542174" y="3646412"/>
                  <a:pt x="6508545" y="3724056"/>
                </a:cubicBezTo>
                <a:cubicBezTo>
                  <a:pt x="6474916" y="3801699"/>
                  <a:pt x="6428429" y="3856099"/>
                  <a:pt x="6369084" y="3887255"/>
                </a:cubicBezTo>
                <a:cubicBezTo>
                  <a:pt x="6309739" y="3918411"/>
                  <a:pt x="6209842" y="3933989"/>
                  <a:pt x="6069391" y="3933989"/>
                </a:cubicBezTo>
                <a:lnTo>
                  <a:pt x="5904709" y="3933989"/>
                </a:lnTo>
                <a:close/>
                <a:moveTo>
                  <a:pt x="9366408" y="2253036"/>
                </a:moveTo>
                <a:lnTo>
                  <a:pt x="8548928" y="4428038"/>
                </a:lnTo>
                <a:lnTo>
                  <a:pt x="9235153" y="4428038"/>
                </a:lnTo>
                <a:lnTo>
                  <a:pt x="9341164" y="4068999"/>
                </a:lnTo>
                <a:lnTo>
                  <a:pt x="10104190" y="4068999"/>
                </a:lnTo>
                <a:lnTo>
                  <a:pt x="10213005" y="4428038"/>
                </a:lnTo>
                <a:lnTo>
                  <a:pt x="10916802" y="4428038"/>
                </a:lnTo>
                <a:lnTo>
                  <a:pt x="10099507" y="2253036"/>
                </a:lnTo>
                <a:close/>
                <a:moveTo>
                  <a:pt x="7612627" y="2253036"/>
                </a:moveTo>
                <a:lnTo>
                  <a:pt x="7612627" y="4428038"/>
                </a:lnTo>
                <a:lnTo>
                  <a:pt x="8286195" y="4428038"/>
                </a:lnTo>
                <a:lnTo>
                  <a:pt x="8286195" y="2253036"/>
                </a:lnTo>
                <a:close/>
                <a:moveTo>
                  <a:pt x="5232624" y="2253036"/>
                </a:moveTo>
                <a:lnTo>
                  <a:pt x="5232624" y="4428038"/>
                </a:lnTo>
                <a:lnTo>
                  <a:pt x="6231107" y="4428038"/>
                </a:lnTo>
                <a:cubicBezTo>
                  <a:pt x="6350786" y="4428038"/>
                  <a:pt x="6484313" y="4408256"/>
                  <a:pt x="6631687" y="4368693"/>
                </a:cubicBezTo>
                <a:cubicBezTo>
                  <a:pt x="6739497" y="4340009"/>
                  <a:pt x="6840384" y="4282395"/>
                  <a:pt x="6934347" y="4195850"/>
                </a:cubicBezTo>
                <a:cubicBezTo>
                  <a:pt x="7028310" y="4109305"/>
                  <a:pt x="7101750" y="4001989"/>
                  <a:pt x="7154667" y="3873902"/>
                </a:cubicBezTo>
                <a:cubicBezTo>
                  <a:pt x="7207582" y="3745815"/>
                  <a:pt x="7234041" y="3565554"/>
                  <a:pt x="7234041" y="3333119"/>
                </a:cubicBezTo>
                <a:cubicBezTo>
                  <a:pt x="7234041" y="3184756"/>
                  <a:pt x="7216237" y="3044306"/>
                  <a:pt x="7180630" y="2911768"/>
                </a:cubicBezTo>
                <a:cubicBezTo>
                  <a:pt x="7145023" y="2779230"/>
                  <a:pt x="7087655" y="2663013"/>
                  <a:pt x="7008529" y="2563115"/>
                </a:cubicBezTo>
                <a:cubicBezTo>
                  <a:pt x="6929402" y="2463217"/>
                  <a:pt x="6829257" y="2386563"/>
                  <a:pt x="6708094" y="2333152"/>
                </a:cubicBezTo>
                <a:cubicBezTo>
                  <a:pt x="6586930" y="2279741"/>
                  <a:pt x="6427935" y="2253036"/>
                  <a:pt x="6231107" y="2253036"/>
                </a:cubicBezTo>
                <a:close/>
                <a:moveTo>
                  <a:pt x="2694523" y="2253036"/>
                </a:moveTo>
                <a:lnTo>
                  <a:pt x="2694523" y="4428038"/>
                </a:lnTo>
                <a:lnTo>
                  <a:pt x="3326550" y="4428038"/>
                </a:lnTo>
                <a:lnTo>
                  <a:pt x="3326550" y="3233808"/>
                </a:lnTo>
                <a:lnTo>
                  <a:pt x="4141062" y="4428038"/>
                </a:lnTo>
                <a:lnTo>
                  <a:pt x="4774573" y="4428038"/>
                </a:lnTo>
                <a:lnTo>
                  <a:pt x="4774573" y="2253036"/>
                </a:lnTo>
                <a:lnTo>
                  <a:pt x="4141062" y="2253036"/>
                </a:lnTo>
                <a:lnTo>
                  <a:pt x="4141062" y="3456353"/>
                </a:lnTo>
                <a:lnTo>
                  <a:pt x="3322099" y="2253036"/>
                </a:lnTo>
                <a:close/>
                <a:moveTo>
                  <a:pt x="1535677" y="2253036"/>
                </a:moveTo>
                <a:lnTo>
                  <a:pt x="1535677" y="4428038"/>
                </a:lnTo>
                <a:lnTo>
                  <a:pt x="2209245" y="4428038"/>
                </a:lnTo>
                <a:lnTo>
                  <a:pt x="2209245" y="2253036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ro-RO" sz="23900" dirty="0">
              <a:latin typeface="Arial Black" panose="020B0A040201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3B788A6-C540-451A-A97F-ACDA12EACB1C}"/>
              </a:ext>
            </a:extLst>
          </p:cNvPr>
          <p:cNvSpPr/>
          <p:nvPr/>
        </p:nvSpPr>
        <p:spPr>
          <a:xfrm>
            <a:off x="0" y="-130629"/>
            <a:ext cx="12192000" cy="7053943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613B7A-803F-441E-8F57-219EF588403A}"/>
              </a:ext>
            </a:extLst>
          </p:cNvPr>
          <p:cNvSpPr txBox="1"/>
          <p:nvPr/>
        </p:nvSpPr>
        <p:spPr>
          <a:xfrm>
            <a:off x="5074296" y="-254630"/>
            <a:ext cx="204340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chemeClr val="bg1"/>
                </a:solidFill>
              </a:rPr>
              <a:t>INDIA</a:t>
            </a:r>
            <a:endParaRPr lang="ro-RO" sz="6000" b="1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7725A7-B5FB-4101-8512-71D410EA9A2C}"/>
              </a:ext>
            </a:extLst>
          </p:cNvPr>
          <p:cNvSpPr txBox="1"/>
          <p:nvPr/>
        </p:nvSpPr>
        <p:spPr>
          <a:xfrm>
            <a:off x="298578" y="671691"/>
            <a:ext cx="11594840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2400" b="1" dirty="0">
                <a:solidFill>
                  <a:schemeClr val="bg1"/>
                </a:solidFill>
              </a:rPr>
              <a:t>Gastronomia Indiană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o-RO" sz="2400" b="1" dirty="0">
                <a:solidFill>
                  <a:schemeClr val="bg1"/>
                </a:solidFill>
              </a:rPr>
              <a:t>Arome intense și condimente:</a:t>
            </a:r>
            <a:r>
              <a:rPr lang="ro-RO" sz="2400" dirty="0">
                <a:solidFill>
                  <a:schemeClr val="bg1"/>
                </a:solidFill>
              </a:rPr>
              <a:t> Bucătăria indiană este renumită pentru utilizarea generoasă a condimentelor precum turmeric, ghimbir, chimion, coriandru, cardamom și garam masala.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o-RO" sz="2400" b="1" dirty="0">
                <a:solidFill>
                  <a:schemeClr val="bg1"/>
                </a:solidFill>
              </a:rPr>
              <a:t>Mâncăruri populare: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ro-RO" sz="2400" b="1" dirty="0">
                <a:solidFill>
                  <a:schemeClr val="bg1"/>
                </a:solidFill>
              </a:rPr>
              <a:t>Curry-uri: </a:t>
            </a:r>
            <a:r>
              <a:rPr lang="ro-RO" sz="2400" dirty="0">
                <a:solidFill>
                  <a:schemeClr val="bg1"/>
                </a:solidFill>
              </a:rPr>
              <a:t>Variate, pe bază de legume, carne sau pește.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ro-RO" sz="2400" b="1" dirty="0">
                <a:solidFill>
                  <a:schemeClr val="bg1"/>
                </a:solidFill>
              </a:rPr>
              <a:t>Tandoori</a:t>
            </a:r>
            <a:r>
              <a:rPr lang="ro-RO" sz="2400" dirty="0">
                <a:solidFill>
                  <a:schemeClr val="bg1"/>
                </a:solidFill>
              </a:rPr>
              <a:t>: Preparat la cuptorul de lut.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ro-RO" sz="2400" b="1" dirty="0">
                <a:solidFill>
                  <a:schemeClr val="bg1"/>
                </a:solidFill>
              </a:rPr>
              <a:t>Biriyani</a:t>
            </a:r>
            <a:r>
              <a:rPr lang="ro-RO" sz="2400" dirty="0">
                <a:solidFill>
                  <a:schemeClr val="bg1"/>
                </a:solidFill>
              </a:rPr>
              <a:t>: Orez aromat cu carne și mirodenii.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ro-RO" sz="2400" b="1" dirty="0">
                <a:solidFill>
                  <a:schemeClr val="bg1"/>
                </a:solidFill>
              </a:rPr>
              <a:t>Daal: </a:t>
            </a:r>
            <a:r>
              <a:rPr lang="ro-RO" sz="2400" dirty="0">
                <a:solidFill>
                  <a:schemeClr val="bg1"/>
                </a:solidFill>
              </a:rPr>
              <a:t>Linte gătită cu condimente.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o-RO" sz="2400" b="1" dirty="0">
                <a:solidFill>
                  <a:schemeClr val="bg1"/>
                </a:solidFill>
              </a:rPr>
              <a:t>Dieta vegetariană: </a:t>
            </a:r>
            <a:r>
              <a:rPr lang="ro-RO" sz="2400" dirty="0">
                <a:solidFill>
                  <a:schemeClr val="bg1"/>
                </a:solidFill>
              </a:rPr>
              <a:t>Foarte răspândită, datorită influenței religioase (hinduism, jainism).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o-RO" sz="2400" b="1" dirty="0">
                <a:solidFill>
                  <a:schemeClr val="bg1"/>
                </a:solidFill>
              </a:rPr>
              <a:t>Tipuri de pâine: </a:t>
            </a:r>
            <a:r>
              <a:rPr lang="ro-RO" sz="2400" dirty="0">
                <a:solidFill>
                  <a:schemeClr val="bg1"/>
                </a:solidFill>
              </a:rPr>
              <a:t>Naan, roti, paratha.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o-RO" sz="2400" b="1" dirty="0">
                <a:solidFill>
                  <a:schemeClr val="bg1"/>
                </a:solidFill>
              </a:rPr>
              <a:t>Dulciuri specifice: </a:t>
            </a:r>
            <a:r>
              <a:rPr lang="ro-RO" sz="2400" dirty="0">
                <a:solidFill>
                  <a:schemeClr val="bg1"/>
                </a:solidFill>
              </a:rPr>
              <a:t>Gulab jamun, jalebi, kulfi.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o-RO" sz="2400" b="1" dirty="0">
                <a:solidFill>
                  <a:schemeClr val="bg1"/>
                </a:solidFill>
              </a:rPr>
              <a:t>Regiuni culinare distincte: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ro-RO" sz="2400" b="1" dirty="0">
                <a:solidFill>
                  <a:schemeClr val="bg1"/>
                </a:solidFill>
              </a:rPr>
              <a:t>Nord:</a:t>
            </a:r>
            <a:r>
              <a:rPr lang="ro-RO" sz="2400" dirty="0">
                <a:solidFill>
                  <a:schemeClr val="bg1"/>
                </a:solidFill>
              </a:rPr>
              <a:t> Curry-uri bogate în smântână și paneer.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ro-RO" sz="2400" b="1" dirty="0">
                <a:solidFill>
                  <a:schemeClr val="bg1"/>
                </a:solidFill>
              </a:rPr>
              <a:t>Sud:</a:t>
            </a:r>
            <a:r>
              <a:rPr lang="ro-RO" sz="2400" dirty="0">
                <a:solidFill>
                  <a:schemeClr val="bg1"/>
                </a:solidFill>
              </a:rPr>
              <a:t> Mâncăruri picante cu orez și cocos (ex: dosa, sambar).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o-RO" sz="2400" b="1" dirty="0">
                <a:solidFill>
                  <a:schemeClr val="bg1"/>
                </a:solidFill>
              </a:rPr>
              <a:t>Băuturi tradiționale:</a:t>
            </a:r>
            <a:r>
              <a:rPr lang="ro-RO" sz="2400" dirty="0">
                <a:solidFill>
                  <a:schemeClr val="bg1"/>
                </a:solidFill>
              </a:rPr>
              <a:t> Chai masala, lassi.</a:t>
            </a:r>
          </a:p>
          <a:p>
            <a:endParaRPr lang="ro-RO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3223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DDF8D3D-F385-419F-8D69-EFD6D9E61DF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31" b="7731"/>
          <a:stretch/>
        </p:blipFill>
        <p:spPr>
          <a:xfrm>
            <a:off x="-1255989" y="-639889"/>
            <a:ext cx="14703978" cy="828706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F463A0D-4C2B-4160-876F-3969E524C5E7}"/>
              </a:ext>
            </a:extLst>
          </p:cNvPr>
          <p:cNvSpPr txBox="1">
            <a:spLocks noChangeAspect="1"/>
          </p:cNvSpPr>
          <p:nvPr/>
        </p:nvSpPr>
        <p:spPr>
          <a:xfrm>
            <a:off x="-105628600" y="-59212882"/>
            <a:ext cx="245815190" cy="140886573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9724705" y="2816816"/>
                </a:moveTo>
                <a:lnTo>
                  <a:pt x="9964775" y="3598689"/>
                </a:lnTo>
                <a:lnTo>
                  <a:pt x="9487139" y="3598689"/>
                </a:lnTo>
                <a:close/>
                <a:moveTo>
                  <a:pt x="5904709" y="2745601"/>
                </a:moveTo>
                <a:lnTo>
                  <a:pt x="6072358" y="2745601"/>
                </a:lnTo>
                <a:cubicBezTo>
                  <a:pt x="6246437" y="2745601"/>
                  <a:pt x="6371062" y="2788132"/>
                  <a:pt x="6446233" y="2873194"/>
                </a:cubicBezTo>
                <a:cubicBezTo>
                  <a:pt x="6521403" y="2958255"/>
                  <a:pt x="6558989" y="3116015"/>
                  <a:pt x="6558989" y="3346472"/>
                </a:cubicBezTo>
                <a:cubicBezTo>
                  <a:pt x="6558989" y="3520551"/>
                  <a:pt x="6542174" y="3646412"/>
                  <a:pt x="6508545" y="3724056"/>
                </a:cubicBezTo>
                <a:cubicBezTo>
                  <a:pt x="6474916" y="3801699"/>
                  <a:pt x="6428429" y="3856099"/>
                  <a:pt x="6369084" y="3887255"/>
                </a:cubicBezTo>
                <a:cubicBezTo>
                  <a:pt x="6309739" y="3918411"/>
                  <a:pt x="6209842" y="3933989"/>
                  <a:pt x="6069391" y="3933989"/>
                </a:cubicBezTo>
                <a:lnTo>
                  <a:pt x="5904709" y="3933989"/>
                </a:lnTo>
                <a:close/>
                <a:moveTo>
                  <a:pt x="9366408" y="2253036"/>
                </a:moveTo>
                <a:lnTo>
                  <a:pt x="8548928" y="4428038"/>
                </a:lnTo>
                <a:lnTo>
                  <a:pt x="9235153" y="4428038"/>
                </a:lnTo>
                <a:lnTo>
                  <a:pt x="9341164" y="4068999"/>
                </a:lnTo>
                <a:lnTo>
                  <a:pt x="10104190" y="4068999"/>
                </a:lnTo>
                <a:lnTo>
                  <a:pt x="10213005" y="4428038"/>
                </a:lnTo>
                <a:lnTo>
                  <a:pt x="10916802" y="4428038"/>
                </a:lnTo>
                <a:lnTo>
                  <a:pt x="10099507" y="2253036"/>
                </a:lnTo>
                <a:close/>
                <a:moveTo>
                  <a:pt x="7612627" y="2253036"/>
                </a:moveTo>
                <a:lnTo>
                  <a:pt x="7612627" y="4428038"/>
                </a:lnTo>
                <a:lnTo>
                  <a:pt x="8286195" y="4428038"/>
                </a:lnTo>
                <a:lnTo>
                  <a:pt x="8286195" y="2253036"/>
                </a:lnTo>
                <a:close/>
                <a:moveTo>
                  <a:pt x="5232624" y="2253036"/>
                </a:moveTo>
                <a:lnTo>
                  <a:pt x="5232624" y="4428038"/>
                </a:lnTo>
                <a:lnTo>
                  <a:pt x="6231107" y="4428038"/>
                </a:lnTo>
                <a:cubicBezTo>
                  <a:pt x="6350786" y="4428038"/>
                  <a:pt x="6484313" y="4408256"/>
                  <a:pt x="6631687" y="4368693"/>
                </a:cubicBezTo>
                <a:cubicBezTo>
                  <a:pt x="6739497" y="4340009"/>
                  <a:pt x="6840384" y="4282395"/>
                  <a:pt x="6934347" y="4195850"/>
                </a:cubicBezTo>
                <a:cubicBezTo>
                  <a:pt x="7028310" y="4109305"/>
                  <a:pt x="7101750" y="4001989"/>
                  <a:pt x="7154667" y="3873902"/>
                </a:cubicBezTo>
                <a:cubicBezTo>
                  <a:pt x="7207582" y="3745815"/>
                  <a:pt x="7234041" y="3565554"/>
                  <a:pt x="7234041" y="3333119"/>
                </a:cubicBezTo>
                <a:cubicBezTo>
                  <a:pt x="7234041" y="3184756"/>
                  <a:pt x="7216237" y="3044306"/>
                  <a:pt x="7180630" y="2911768"/>
                </a:cubicBezTo>
                <a:cubicBezTo>
                  <a:pt x="7145023" y="2779230"/>
                  <a:pt x="7087655" y="2663013"/>
                  <a:pt x="7008529" y="2563115"/>
                </a:cubicBezTo>
                <a:cubicBezTo>
                  <a:pt x="6929402" y="2463217"/>
                  <a:pt x="6829257" y="2386563"/>
                  <a:pt x="6708094" y="2333152"/>
                </a:cubicBezTo>
                <a:cubicBezTo>
                  <a:pt x="6586930" y="2279741"/>
                  <a:pt x="6427935" y="2253036"/>
                  <a:pt x="6231107" y="2253036"/>
                </a:cubicBezTo>
                <a:close/>
                <a:moveTo>
                  <a:pt x="2694523" y="2253036"/>
                </a:moveTo>
                <a:lnTo>
                  <a:pt x="2694523" y="4428038"/>
                </a:lnTo>
                <a:lnTo>
                  <a:pt x="3326550" y="4428038"/>
                </a:lnTo>
                <a:lnTo>
                  <a:pt x="3326550" y="3233808"/>
                </a:lnTo>
                <a:lnTo>
                  <a:pt x="4141062" y="4428038"/>
                </a:lnTo>
                <a:lnTo>
                  <a:pt x="4774573" y="4428038"/>
                </a:lnTo>
                <a:lnTo>
                  <a:pt x="4774573" y="2253036"/>
                </a:lnTo>
                <a:lnTo>
                  <a:pt x="4141062" y="2253036"/>
                </a:lnTo>
                <a:lnTo>
                  <a:pt x="4141062" y="3456353"/>
                </a:lnTo>
                <a:lnTo>
                  <a:pt x="3322099" y="2253036"/>
                </a:lnTo>
                <a:close/>
                <a:moveTo>
                  <a:pt x="1535677" y="2253036"/>
                </a:moveTo>
                <a:lnTo>
                  <a:pt x="1535677" y="4428038"/>
                </a:lnTo>
                <a:lnTo>
                  <a:pt x="2209245" y="4428038"/>
                </a:lnTo>
                <a:lnTo>
                  <a:pt x="2209245" y="2253036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ro-RO" sz="23900" dirty="0">
              <a:latin typeface="Arial Black" panose="020B0A040201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3B788A6-C540-451A-A97F-ACDA12EACB1C}"/>
              </a:ext>
            </a:extLst>
          </p:cNvPr>
          <p:cNvSpPr/>
          <p:nvPr/>
        </p:nvSpPr>
        <p:spPr>
          <a:xfrm>
            <a:off x="0" y="-183412"/>
            <a:ext cx="12192000" cy="7053943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613B7A-803F-441E-8F57-219EF588403A}"/>
              </a:ext>
            </a:extLst>
          </p:cNvPr>
          <p:cNvSpPr txBox="1"/>
          <p:nvPr/>
        </p:nvSpPr>
        <p:spPr>
          <a:xfrm>
            <a:off x="5074300" y="-270383"/>
            <a:ext cx="204340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chemeClr val="bg1"/>
                </a:solidFill>
              </a:rPr>
              <a:t>INDIA</a:t>
            </a:r>
            <a:endParaRPr lang="ro-RO" sz="6000" b="1" dirty="0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8D0D2CA-BF90-4ACB-9B5B-9ACBEC2587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73" y="674682"/>
            <a:ext cx="2466975" cy="184785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D6B72C2-A780-4EDA-AE8E-8DA9B514869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2760920" y="658308"/>
            <a:ext cx="2313377" cy="2229517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2FE7E96-03DA-4B23-A411-125289CB10B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7"/>
              </a:ext>
            </a:extLst>
          </a:blip>
          <a:stretch>
            <a:fillRect/>
          </a:stretch>
        </p:blipFill>
        <p:spPr>
          <a:xfrm>
            <a:off x="5298068" y="659890"/>
            <a:ext cx="2810933" cy="2108200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75441AA-5F8C-4000-9E61-F589ED1DCE8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82348" y="745280"/>
            <a:ext cx="2870200" cy="1600137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126A7F5-F4DE-4020-8AD4-4B322093F55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38048" y="3752367"/>
            <a:ext cx="2260252" cy="297039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7FA6B20-67DC-47BA-8B3F-C2AA3CE0C6E9}"/>
              </a:ext>
            </a:extLst>
          </p:cNvPr>
          <p:cNvSpPr txBox="1"/>
          <p:nvPr/>
        </p:nvSpPr>
        <p:spPr>
          <a:xfrm>
            <a:off x="118170" y="2618964"/>
            <a:ext cx="23133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2400" b="1" dirty="0">
                <a:solidFill>
                  <a:schemeClr val="bg1"/>
                </a:solidFill>
              </a:rPr>
              <a:t>Chicken Curry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7383A18-ACF0-4D04-9E6D-708BB7E9FE7D}"/>
              </a:ext>
            </a:extLst>
          </p:cNvPr>
          <p:cNvSpPr txBox="1"/>
          <p:nvPr/>
        </p:nvSpPr>
        <p:spPr>
          <a:xfrm>
            <a:off x="2936695" y="2881894"/>
            <a:ext cx="2032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2400" b="1" dirty="0">
                <a:solidFill>
                  <a:schemeClr val="bg1"/>
                </a:solidFill>
              </a:rPr>
              <a:t>Tandoori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9B17A8D-C845-4441-B5A3-3839079CB385}"/>
              </a:ext>
            </a:extLst>
          </p:cNvPr>
          <p:cNvSpPr txBox="1"/>
          <p:nvPr/>
        </p:nvSpPr>
        <p:spPr>
          <a:xfrm>
            <a:off x="5298068" y="2813398"/>
            <a:ext cx="25124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2400" b="1" dirty="0">
                <a:solidFill>
                  <a:schemeClr val="bg1"/>
                </a:solidFill>
              </a:rPr>
              <a:t>Naan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22C211D-18A9-45DD-953D-AFEEAF947AC1}"/>
              </a:ext>
            </a:extLst>
          </p:cNvPr>
          <p:cNvSpPr txBox="1"/>
          <p:nvPr/>
        </p:nvSpPr>
        <p:spPr>
          <a:xfrm>
            <a:off x="8661400" y="2522532"/>
            <a:ext cx="22602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2400" b="1" dirty="0">
                <a:solidFill>
                  <a:schemeClr val="bg1"/>
                </a:solidFill>
              </a:rPr>
              <a:t>Gulab Jambun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4E9548F-6B59-4B06-8CF4-6253E32D1E73}"/>
              </a:ext>
            </a:extLst>
          </p:cNvPr>
          <p:cNvSpPr txBox="1"/>
          <p:nvPr/>
        </p:nvSpPr>
        <p:spPr>
          <a:xfrm>
            <a:off x="7226300" y="4832528"/>
            <a:ext cx="287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2400" b="1" dirty="0">
                <a:solidFill>
                  <a:schemeClr val="bg1"/>
                </a:solidFill>
              </a:rPr>
              <a:t>Chai masala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4A8C61C-700A-447C-BE13-8EB51E720FD3}"/>
              </a:ext>
            </a:extLst>
          </p:cNvPr>
          <p:cNvSpPr txBox="1"/>
          <p:nvPr/>
        </p:nvSpPr>
        <p:spPr>
          <a:xfrm>
            <a:off x="825500" y="3568700"/>
            <a:ext cx="60071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6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Poze cu elemente din Gastronomia Indiei</a:t>
            </a:r>
          </a:p>
        </p:txBody>
      </p:sp>
    </p:spTree>
    <p:extLst>
      <p:ext uri="{BB962C8B-B14F-4D97-AF65-F5344CB8AC3E}">
        <p14:creationId xmlns:p14="http://schemas.microsoft.com/office/powerpoint/2010/main" val="36161736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DDF8D3D-F385-419F-8D69-EFD6D9E61DF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31" b="7731"/>
          <a:stretch/>
        </p:blipFill>
        <p:spPr>
          <a:xfrm>
            <a:off x="-1255989" y="-639889"/>
            <a:ext cx="14703978" cy="828706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F463A0D-4C2B-4160-876F-3969E524C5E7}"/>
              </a:ext>
            </a:extLst>
          </p:cNvPr>
          <p:cNvSpPr txBox="1">
            <a:spLocks noChangeAspect="1"/>
          </p:cNvSpPr>
          <p:nvPr/>
        </p:nvSpPr>
        <p:spPr>
          <a:xfrm>
            <a:off x="-105666700" y="-59162082"/>
            <a:ext cx="245815190" cy="140886573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9724705" y="2816816"/>
                </a:moveTo>
                <a:lnTo>
                  <a:pt x="9964775" y="3598689"/>
                </a:lnTo>
                <a:lnTo>
                  <a:pt x="9487139" y="3598689"/>
                </a:lnTo>
                <a:close/>
                <a:moveTo>
                  <a:pt x="5904709" y="2745601"/>
                </a:moveTo>
                <a:lnTo>
                  <a:pt x="6072358" y="2745601"/>
                </a:lnTo>
                <a:cubicBezTo>
                  <a:pt x="6246437" y="2745601"/>
                  <a:pt x="6371062" y="2788132"/>
                  <a:pt x="6446233" y="2873194"/>
                </a:cubicBezTo>
                <a:cubicBezTo>
                  <a:pt x="6521403" y="2958255"/>
                  <a:pt x="6558989" y="3116015"/>
                  <a:pt x="6558989" y="3346472"/>
                </a:cubicBezTo>
                <a:cubicBezTo>
                  <a:pt x="6558989" y="3520551"/>
                  <a:pt x="6542174" y="3646412"/>
                  <a:pt x="6508545" y="3724056"/>
                </a:cubicBezTo>
                <a:cubicBezTo>
                  <a:pt x="6474916" y="3801699"/>
                  <a:pt x="6428429" y="3856099"/>
                  <a:pt x="6369084" y="3887255"/>
                </a:cubicBezTo>
                <a:cubicBezTo>
                  <a:pt x="6309739" y="3918411"/>
                  <a:pt x="6209842" y="3933989"/>
                  <a:pt x="6069391" y="3933989"/>
                </a:cubicBezTo>
                <a:lnTo>
                  <a:pt x="5904709" y="3933989"/>
                </a:lnTo>
                <a:close/>
                <a:moveTo>
                  <a:pt x="9366408" y="2253036"/>
                </a:moveTo>
                <a:lnTo>
                  <a:pt x="8548928" y="4428038"/>
                </a:lnTo>
                <a:lnTo>
                  <a:pt x="9235153" y="4428038"/>
                </a:lnTo>
                <a:lnTo>
                  <a:pt x="9341164" y="4068999"/>
                </a:lnTo>
                <a:lnTo>
                  <a:pt x="10104190" y="4068999"/>
                </a:lnTo>
                <a:lnTo>
                  <a:pt x="10213005" y="4428038"/>
                </a:lnTo>
                <a:lnTo>
                  <a:pt x="10916802" y="4428038"/>
                </a:lnTo>
                <a:lnTo>
                  <a:pt x="10099507" y="2253036"/>
                </a:lnTo>
                <a:close/>
                <a:moveTo>
                  <a:pt x="7612627" y="2253036"/>
                </a:moveTo>
                <a:lnTo>
                  <a:pt x="7612627" y="4428038"/>
                </a:lnTo>
                <a:lnTo>
                  <a:pt x="8286195" y="4428038"/>
                </a:lnTo>
                <a:lnTo>
                  <a:pt x="8286195" y="2253036"/>
                </a:lnTo>
                <a:close/>
                <a:moveTo>
                  <a:pt x="5232624" y="2253036"/>
                </a:moveTo>
                <a:lnTo>
                  <a:pt x="5232624" y="4428038"/>
                </a:lnTo>
                <a:lnTo>
                  <a:pt x="6231107" y="4428038"/>
                </a:lnTo>
                <a:cubicBezTo>
                  <a:pt x="6350786" y="4428038"/>
                  <a:pt x="6484313" y="4408256"/>
                  <a:pt x="6631687" y="4368693"/>
                </a:cubicBezTo>
                <a:cubicBezTo>
                  <a:pt x="6739497" y="4340009"/>
                  <a:pt x="6840384" y="4282395"/>
                  <a:pt x="6934347" y="4195850"/>
                </a:cubicBezTo>
                <a:cubicBezTo>
                  <a:pt x="7028310" y="4109305"/>
                  <a:pt x="7101750" y="4001989"/>
                  <a:pt x="7154667" y="3873902"/>
                </a:cubicBezTo>
                <a:cubicBezTo>
                  <a:pt x="7207582" y="3745815"/>
                  <a:pt x="7234041" y="3565554"/>
                  <a:pt x="7234041" y="3333119"/>
                </a:cubicBezTo>
                <a:cubicBezTo>
                  <a:pt x="7234041" y="3184756"/>
                  <a:pt x="7216237" y="3044306"/>
                  <a:pt x="7180630" y="2911768"/>
                </a:cubicBezTo>
                <a:cubicBezTo>
                  <a:pt x="7145023" y="2779230"/>
                  <a:pt x="7087655" y="2663013"/>
                  <a:pt x="7008529" y="2563115"/>
                </a:cubicBezTo>
                <a:cubicBezTo>
                  <a:pt x="6929402" y="2463217"/>
                  <a:pt x="6829257" y="2386563"/>
                  <a:pt x="6708094" y="2333152"/>
                </a:cubicBezTo>
                <a:cubicBezTo>
                  <a:pt x="6586930" y="2279741"/>
                  <a:pt x="6427935" y="2253036"/>
                  <a:pt x="6231107" y="2253036"/>
                </a:cubicBezTo>
                <a:close/>
                <a:moveTo>
                  <a:pt x="2694523" y="2253036"/>
                </a:moveTo>
                <a:lnTo>
                  <a:pt x="2694523" y="4428038"/>
                </a:lnTo>
                <a:lnTo>
                  <a:pt x="3326550" y="4428038"/>
                </a:lnTo>
                <a:lnTo>
                  <a:pt x="3326550" y="3233808"/>
                </a:lnTo>
                <a:lnTo>
                  <a:pt x="4141062" y="4428038"/>
                </a:lnTo>
                <a:lnTo>
                  <a:pt x="4774573" y="4428038"/>
                </a:lnTo>
                <a:lnTo>
                  <a:pt x="4774573" y="2253036"/>
                </a:lnTo>
                <a:lnTo>
                  <a:pt x="4141062" y="2253036"/>
                </a:lnTo>
                <a:lnTo>
                  <a:pt x="4141062" y="3456353"/>
                </a:lnTo>
                <a:lnTo>
                  <a:pt x="3322099" y="2253036"/>
                </a:lnTo>
                <a:close/>
                <a:moveTo>
                  <a:pt x="1535677" y="2253036"/>
                </a:moveTo>
                <a:lnTo>
                  <a:pt x="1535677" y="4428038"/>
                </a:lnTo>
                <a:lnTo>
                  <a:pt x="2209245" y="4428038"/>
                </a:lnTo>
                <a:lnTo>
                  <a:pt x="2209245" y="2253036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ro-RO" sz="23900" dirty="0">
              <a:latin typeface="Arial Black" panose="020B0A040201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3B788A6-C540-451A-A97F-ACDA12EACB1C}"/>
              </a:ext>
            </a:extLst>
          </p:cNvPr>
          <p:cNvSpPr/>
          <p:nvPr/>
        </p:nvSpPr>
        <p:spPr>
          <a:xfrm>
            <a:off x="0" y="-130629"/>
            <a:ext cx="12192000" cy="7053943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613B7A-803F-441E-8F57-219EF588403A}"/>
              </a:ext>
            </a:extLst>
          </p:cNvPr>
          <p:cNvSpPr txBox="1"/>
          <p:nvPr/>
        </p:nvSpPr>
        <p:spPr>
          <a:xfrm>
            <a:off x="5074296" y="-254630"/>
            <a:ext cx="204340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chemeClr val="bg1"/>
                </a:solidFill>
              </a:rPr>
              <a:t>INDIA</a:t>
            </a:r>
            <a:endParaRPr lang="ro-RO" sz="6000" b="1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7725A7-B5FB-4101-8512-71D410EA9A2C}"/>
              </a:ext>
            </a:extLst>
          </p:cNvPr>
          <p:cNvSpPr txBox="1"/>
          <p:nvPr/>
        </p:nvSpPr>
        <p:spPr>
          <a:xfrm>
            <a:off x="298578" y="761033"/>
            <a:ext cx="11594840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sz="2400" b="1" dirty="0">
                <a:solidFill>
                  <a:schemeClr val="bg1"/>
                </a:solidFill>
              </a:rPr>
              <a:t>Tradiții și Festivaluri în India: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o-RO" sz="2400" b="1" dirty="0">
                <a:solidFill>
                  <a:schemeClr val="bg1"/>
                </a:solidFill>
              </a:rPr>
              <a:t>Diverse și vibrante:</a:t>
            </a:r>
            <a:r>
              <a:rPr lang="ro-RO" sz="2400" dirty="0">
                <a:solidFill>
                  <a:schemeClr val="bg1"/>
                </a:solidFill>
              </a:rPr>
              <a:t> India este o țară cu o bogată moștenire culturală, iar tradițiile variază semnificativ între regiuni și religii.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o-RO" sz="2400" b="1" dirty="0">
                <a:solidFill>
                  <a:schemeClr val="bg1"/>
                </a:solidFill>
              </a:rPr>
              <a:t>Festivaluri majore: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ro-RO" sz="2400" dirty="0">
                <a:solidFill>
                  <a:schemeClr val="bg1"/>
                </a:solidFill>
              </a:rPr>
              <a:t>Diwali: Festivalul Luminilor, simbolizează triumful binelui asupra răului.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ro-RO" sz="2400" dirty="0">
                <a:solidFill>
                  <a:schemeClr val="bg1"/>
                </a:solidFill>
              </a:rPr>
              <a:t>Holi: Festivalul Culorilor, sărbătorește primăvara și bucuria.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ro-RO" sz="2400" dirty="0">
                <a:solidFill>
                  <a:schemeClr val="bg1"/>
                </a:solidFill>
              </a:rPr>
              <a:t>Durga Puja: Celebrat în Bengal pentru zeița Durga.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ro-RO" sz="2400" dirty="0">
                <a:solidFill>
                  <a:schemeClr val="bg1"/>
                </a:solidFill>
              </a:rPr>
              <a:t>Eid: Importante sărbători musulmane precum Eid-ul-Fitr.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o-RO" sz="2400" b="1" dirty="0">
                <a:solidFill>
                  <a:schemeClr val="bg1"/>
                </a:solidFill>
              </a:rPr>
              <a:t>Ritualuri și obiceiuri: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ro-RO" sz="2400" dirty="0">
                <a:solidFill>
                  <a:schemeClr val="bg1"/>
                </a:solidFill>
              </a:rPr>
              <a:t>Namaste: Salut tradițional care exprimă respect.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ro-RO" sz="2400" dirty="0">
                <a:solidFill>
                  <a:schemeClr val="bg1"/>
                </a:solidFill>
              </a:rPr>
              <a:t>Ceremoniile de nuntă: Sunt elaborate și durează mai multe zile, cu ritualuri specifice.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o-RO" sz="2400" b="1" dirty="0">
                <a:solidFill>
                  <a:schemeClr val="bg1"/>
                </a:solidFill>
              </a:rPr>
              <a:t>Arta și meșteșugurile: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ro-RO" sz="2400" dirty="0">
                <a:solidFill>
                  <a:schemeClr val="bg1"/>
                </a:solidFill>
              </a:rPr>
              <a:t>Dansuri clasice precum Bharatanatyam și Kathak.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ro-RO" sz="2400" dirty="0">
                <a:solidFill>
                  <a:schemeClr val="bg1"/>
                </a:solidFill>
              </a:rPr>
              <a:t>Meșteșuguri tradiționale: țesături, bijuterii, sculpturi.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ro-RO" sz="2400" b="1" dirty="0">
                <a:solidFill>
                  <a:schemeClr val="bg1"/>
                </a:solidFill>
              </a:rPr>
              <a:t>Spiritualitate: </a:t>
            </a:r>
            <a:r>
              <a:rPr lang="ro-RO" sz="2400" dirty="0">
                <a:solidFill>
                  <a:schemeClr val="bg1"/>
                </a:solidFill>
              </a:rPr>
              <a:t>India este leagănul hinduismului, budismului, jainismului și sikhismului. Pelerinajele la locuri precum Varanasi sau Bodh Gaya sunt esențiale pentru credincioși.</a:t>
            </a:r>
          </a:p>
        </p:txBody>
      </p:sp>
    </p:spTree>
    <p:extLst>
      <p:ext uri="{BB962C8B-B14F-4D97-AF65-F5344CB8AC3E}">
        <p14:creationId xmlns:p14="http://schemas.microsoft.com/office/powerpoint/2010/main" val="26189754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DDF8D3D-F385-419F-8D69-EFD6D9E61DF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31" b="7731"/>
          <a:stretch/>
        </p:blipFill>
        <p:spPr>
          <a:xfrm>
            <a:off x="-1255989" y="-639889"/>
            <a:ext cx="14703978" cy="828706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F463A0D-4C2B-4160-876F-3969E524C5E7}"/>
              </a:ext>
            </a:extLst>
          </p:cNvPr>
          <p:cNvSpPr txBox="1">
            <a:spLocks noChangeAspect="1"/>
          </p:cNvSpPr>
          <p:nvPr/>
        </p:nvSpPr>
        <p:spPr>
          <a:xfrm>
            <a:off x="-105666700" y="-59162082"/>
            <a:ext cx="245815190" cy="140886573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9724705" y="2816816"/>
                </a:moveTo>
                <a:lnTo>
                  <a:pt x="9964775" y="3598689"/>
                </a:lnTo>
                <a:lnTo>
                  <a:pt x="9487139" y="3598689"/>
                </a:lnTo>
                <a:close/>
                <a:moveTo>
                  <a:pt x="5904709" y="2745601"/>
                </a:moveTo>
                <a:lnTo>
                  <a:pt x="6072358" y="2745601"/>
                </a:lnTo>
                <a:cubicBezTo>
                  <a:pt x="6246437" y="2745601"/>
                  <a:pt x="6371062" y="2788132"/>
                  <a:pt x="6446233" y="2873194"/>
                </a:cubicBezTo>
                <a:cubicBezTo>
                  <a:pt x="6521403" y="2958255"/>
                  <a:pt x="6558989" y="3116015"/>
                  <a:pt x="6558989" y="3346472"/>
                </a:cubicBezTo>
                <a:cubicBezTo>
                  <a:pt x="6558989" y="3520551"/>
                  <a:pt x="6542174" y="3646412"/>
                  <a:pt x="6508545" y="3724056"/>
                </a:cubicBezTo>
                <a:cubicBezTo>
                  <a:pt x="6474916" y="3801699"/>
                  <a:pt x="6428429" y="3856099"/>
                  <a:pt x="6369084" y="3887255"/>
                </a:cubicBezTo>
                <a:cubicBezTo>
                  <a:pt x="6309739" y="3918411"/>
                  <a:pt x="6209842" y="3933989"/>
                  <a:pt x="6069391" y="3933989"/>
                </a:cubicBezTo>
                <a:lnTo>
                  <a:pt x="5904709" y="3933989"/>
                </a:lnTo>
                <a:close/>
                <a:moveTo>
                  <a:pt x="9366408" y="2253036"/>
                </a:moveTo>
                <a:lnTo>
                  <a:pt x="8548928" y="4428038"/>
                </a:lnTo>
                <a:lnTo>
                  <a:pt x="9235153" y="4428038"/>
                </a:lnTo>
                <a:lnTo>
                  <a:pt x="9341164" y="4068999"/>
                </a:lnTo>
                <a:lnTo>
                  <a:pt x="10104190" y="4068999"/>
                </a:lnTo>
                <a:lnTo>
                  <a:pt x="10213005" y="4428038"/>
                </a:lnTo>
                <a:lnTo>
                  <a:pt x="10916802" y="4428038"/>
                </a:lnTo>
                <a:lnTo>
                  <a:pt x="10099507" y="2253036"/>
                </a:lnTo>
                <a:close/>
                <a:moveTo>
                  <a:pt x="7612627" y="2253036"/>
                </a:moveTo>
                <a:lnTo>
                  <a:pt x="7612627" y="4428038"/>
                </a:lnTo>
                <a:lnTo>
                  <a:pt x="8286195" y="4428038"/>
                </a:lnTo>
                <a:lnTo>
                  <a:pt x="8286195" y="2253036"/>
                </a:lnTo>
                <a:close/>
                <a:moveTo>
                  <a:pt x="5232624" y="2253036"/>
                </a:moveTo>
                <a:lnTo>
                  <a:pt x="5232624" y="4428038"/>
                </a:lnTo>
                <a:lnTo>
                  <a:pt x="6231107" y="4428038"/>
                </a:lnTo>
                <a:cubicBezTo>
                  <a:pt x="6350786" y="4428038"/>
                  <a:pt x="6484313" y="4408256"/>
                  <a:pt x="6631687" y="4368693"/>
                </a:cubicBezTo>
                <a:cubicBezTo>
                  <a:pt x="6739497" y="4340009"/>
                  <a:pt x="6840384" y="4282395"/>
                  <a:pt x="6934347" y="4195850"/>
                </a:cubicBezTo>
                <a:cubicBezTo>
                  <a:pt x="7028310" y="4109305"/>
                  <a:pt x="7101750" y="4001989"/>
                  <a:pt x="7154667" y="3873902"/>
                </a:cubicBezTo>
                <a:cubicBezTo>
                  <a:pt x="7207582" y="3745815"/>
                  <a:pt x="7234041" y="3565554"/>
                  <a:pt x="7234041" y="3333119"/>
                </a:cubicBezTo>
                <a:cubicBezTo>
                  <a:pt x="7234041" y="3184756"/>
                  <a:pt x="7216237" y="3044306"/>
                  <a:pt x="7180630" y="2911768"/>
                </a:cubicBezTo>
                <a:cubicBezTo>
                  <a:pt x="7145023" y="2779230"/>
                  <a:pt x="7087655" y="2663013"/>
                  <a:pt x="7008529" y="2563115"/>
                </a:cubicBezTo>
                <a:cubicBezTo>
                  <a:pt x="6929402" y="2463217"/>
                  <a:pt x="6829257" y="2386563"/>
                  <a:pt x="6708094" y="2333152"/>
                </a:cubicBezTo>
                <a:cubicBezTo>
                  <a:pt x="6586930" y="2279741"/>
                  <a:pt x="6427935" y="2253036"/>
                  <a:pt x="6231107" y="2253036"/>
                </a:cubicBezTo>
                <a:close/>
                <a:moveTo>
                  <a:pt x="2694523" y="2253036"/>
                </a:moveTo>
                <a:lnTo>
                  <a:pt x="2694523" y="4428038"/>
                </a:lnTo>
                <a:lnTo>
                  <a:pt x="3326550" y="4428038"/>
                </a:lnTo>
                <a:lnTo>
                  <a:pt x="3326550" y="3233808"/>
                </a:lnTo>
                <a:lnTo>
                  <a:pt x="4141062" y="4428038"/>
                </a:lnTo>
                <a:lnTo>
                  <a:pt x="4774573" y="4428038"/>
                </a:lnTo>
                <a:lnTo>
                  <a:pt x="4774573" y="2253036"/>
                </a:lnTo>
                <a:lnTo>
                  <a:pt x="4141062" y="2253036"/>
                </a:lnTo>
                <a:lnTo>
                  <a:pt x="4141062" y="3456353"/>
                </a:lnTo>
                <a:lnTo>
                  <a:pt x="3322099" y="2253036"/>
                </a:lnTo>
                <a:close/>
                <a:moveTo>
                  <a:pt x="1535677" y="2253036"/>
                </a:moveTo>
                <a:lnTo>
                  <a:pt x="1535677" y="4428038"/>
                </a:lnTo>
                <a:lnTo>
                  <a:pt x="2209245" y="4428038"/>
                </a:lnTo>
                <a:lnTo>
                  <a:pt x="2209245" y="2253036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ro-RO" sz="23900" dirty="0">
              <a:latin typeface="Arial Black" panose="020B0A040201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3B788A6-C540-451A-A97F-ACDA12EACB1C}"/>
              </a:ext>
            </a:extLst>
          </p:cNvPr>
          <p:cNvSpPr/>
          <p:nvPr/>
        </p:nvSpPr>
        <p:spPr>
          <a:xfrm>
            <a:off x="0" y="-183412"/>
            <a:ext cx="12192000" cy="7053943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613B7A-803F-441E-8F57-219EF588403A}"/>
              </a:ext>
            </a:extLst>
          </p:cNvPr>
          <p:cNvSpPr txBox="1"/>
          <p:nvPr/>
        </p:nvSpPr>
        <p:spPr>
          <a:xfrm>
            <a:off x="5074297" y="-277604"/>
            <a:ext cx="204340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chemeClr val="bg1"/>
                </a:solidFill>
              </a:rPr>
              <a:t>INDIA</a:t>
            </a:r>
            <a:endParaRPr lang="ro-RO" sz="6000" b="1" dirty="0">
              <a:solidFill>
                <a:schemeClr val="bg1"/>
              </a:solidFill>
            </a:endParaRP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9169E6D3-C253-4006-87CD-B6BBE6B598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000" y="435920"/>
            <a:ext cx="12001500" cy="66479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ro-RO" altLang="ro-RO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Bollywood – Inima Cinematografiei Indiene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ro-RO" altLang="ro-RO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 Ce este Bollywood?</a:t>
            </a:r>
            <a:endParaRPr kumimoji="0" lang="ro-RO" altLang="ro-RO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 Industria cinematografică în limba hindi, cu sediul în Mumbai.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 Nume derivat din </a:t>
            </a:r>
            <a:r>
              <a:rPr kumimoji="0" lang="ro-RO" altLang="ro-RO" sz="2400" b="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Bombay</a:t>
            </a:r>
            <a: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+ </a:t>
            </a:r>
            <a:r>
              <a:rPr kumimoji="0" lang="ro-RO" altLang="ro-RO" sz="2400" b="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Hollywood</a:t>
            </a:r>
            <a: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 Caracteristici</a:t>
            </a:r>
            <a: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: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 Filme pline de muzică, dans și emoții intense.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 Genuri diverse: romantice, acțiune, comedii, drame sociale.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 Durată medie: 2-3 ore, cu interludii muzicale.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 Actori celebri</a:t>
            </a:r>
            <a: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: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 Shah Rukh Khan, Amitabh Bachchan, Deepika Padukone, Priyanka Chopra.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 Filme iconice</a:t>
            </a:r>
            <a: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: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ro-RO" altLang="ro-RO" sz="2400" b="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 Sholay</a:t>
            </a:r>
            <a: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(1975): Clasic al cinematografiei indiene.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ro-RO" altLang="ro-RO" sz="2400" b="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 Dilwale Dulhania Le Jayenge</a:t>
            </a:r>
            <a: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(1995): Simbol al romantismului.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ro-RO" altLang="ro-RO" sz="2400" b="0" i="1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 3 Idiots</a:t>
            </a:r>
            <a: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(2009): Comedie-drama cu mesaj educațional.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o-RO" altLang="ro-RO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 Impact global</a:t>
            </a:r>
            <a: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: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 Bollywood este urmărit în întreaga lume, de la Asia până în SUA.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ro-RO" altLang="ro-RO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</a:rPr>
              <a:t>  Festivaluri și premiere internaționale atrag atenția globală.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o-RO" altLang="ro-RO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50179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DDF8D3D-F385-419F-8D69-EFD6D9E61DF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31" b="7731"/>
          <a:stretch/>
        </p:blipFill>
        <p:spPr>
          <a:xfrm>
            <a:off x="-1255989" y="-639889"/>
            <a:ext cx="14703978" cy="828706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F463A0D-4C2B-4160-876F-3969E524C5E7}"/>
              </a:ext>
            </a:extLst>
          </p:cNvPr>
          <p:cNvSpPr txBox="1">
            <a:spLocks noChangeAspect="1"/>
          </p:cNvSpPr>
          <p:nvPr/>
        </p:nvSpPr>
        <p:spPr>
          <a:xfrm>
            <a:off x="-105666700" y="-59162082"/>
            <a:ext cx="245815190" cy="140886573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9724705" y="2816816"/>
                </a:moveTo>
                <a:lnTo>
                  <a:pt x="9964775" y="3598689"/>
                </a:lnTo>
                <a:lnTo>
                  <a:pt x="9487139" y="3598689"/>
                </a:lnTo>
                <a:close/>
                <a:moveTo>
                  <a:pt x="5904709" y="2745601"/>
                </a:moveTo>
                <a:lnTo>
                  <a:pt x="6072358" y="2745601"/>
                </a:lnTo>
                <a:cubicBezTo>
                  <a:pt x="6246437" y="2745601"/>
                  <a:pt x="6371062" y="2788132"/>
                  <a:pt x="6446233" y="2873194"/>
                </a:cubicBezTo>
                <a:cubicBezTo>
                  <a:pt x="6521403" y="2958255"/>
                  <a:pt x="6558989" y="3116015"/>
                  <a:pt x="6558989" y="3346472"/>
                </a:cubicBezTo>
                <a:cubicBezTo>
                  <a:pt x="6558989" y="3520551"/>
                  <a:pt x="6542174" y="3646412"/>
                  <a:pt x="6508545" y="3724056"/>
                </a:cubicBezTo>
                <a:cubicBezTo>
                  <a:pt x="6474916" y="3801699"/>
                  <a:pt x="6428429" y="3856099"/>
                  <a:pt x="6369084" y="3887255"/>
                </a:cubicBezTo>
                <a:cubicBezTo>
                  <a:pt x="6309739" y="3918411"/>
                  <a:pt x="6209842" y="3933989"/>
                  <a:pt x="6069391" y="3933989"/>
                </a:cubicBezTo>
                <a:lnTo>
                  <a:pt x="5904709" y="3933989"/>
                </a:lnTo>
                <a:close/>
                <a:moveTo>
                  <a:pt x="9366408" y="2253036"/>
                </a:moveTo>
                <a:lnTo>
                  <a:pt x="8548928" y="4428038"/>
                </a:lnTo>
                <a:lnTo>
                  <a:pt x="9235153" y="4428038"/>
                </a:lnTo>
                <a:lnTo>
                  <a:pt x="9341164" y="4068999"/>
                </a:lnTo>
                <a:lnTo>
                  <a:pt x="10104190" y="4068999"/>
                </a:lnTo>
                <a:lnTo>
                  <a:pt x="10213005" y="4428038"/>
                </a:lnTo>
                <a:lnTo>
                  <a:pt x="10916802" y="4428038"/>
                </a:lnTo>
                <a:lnTo>
                  <a:pt x="10099507" y="2253036"/>
                </a:lnTo>
                <a:close/>
                <a:moveTo>
                  <a:pt x="7612627" y="2253036"/>
                </a:moveTo>
                <a:lnTo>
                  <a:pt x="7612627" y="4428038"/>
                </a:lnTo>
                <a:lnTo>
                  <a:pt x="8286195" y="4428038"/>
                </a:lnTo>
                <a:lnTo>
                  <a:pt x="8286195" y="2253036"/>
                </a:lnTo>
                <a:close/>
                <a:moveTo>
                  <a:pt x="5232624" y="2253036"/>
                </a:moveTo>
                <a:lnTo>
                  <a:pt x="5232624" y="4428038"/>
                </a:lnTo>
                <a:lnTo>
                  <a:pt x="6231107" y="4428038"/>
                </a:lnTo>
                <a:cubicBezTo>
                  <a:pt x="6350786" y="4428038"/>
                  <a:pt x="6484313" y="4408256"/>
                  <a:pt x="6631687" y="4368693"/>
                </a:cubicBezTo>
                <a:cubicBezTo>
                  <a:pt x="6739497" y="4340009"/>
                  <a:pt x="6840384" y="4282395"/>
                  <a:pt x="6934347" y="4195850"/>
                </a:cubicBezTo>
                <a:cubicBezTo>
                  <a:pt x="7028310" y="4109305"/>
                  <a:pt x="7101750" y="4001989"/>
                  <a:pt x="7154667" y="3873902"/>
                </a:cubicBezTo>
                <a:cubicBezTo>
                  <a:pt x="7207582" y="3745815"/>
                  <a:pt x="7234041" y="3565554"/>
                  <a:pt x="7234041" y="3333119"/>
                </a:cubicBezTo>
                <a:cubicBezTo>
                  <a:pt x="7234041" y="3184756"/>
                  <a:pt x="7216237" y="3044306"/>
                  <a:pt x="7180630" y="2911768"/>
                </a:cubicBezTo>
                <a:cubicBezTo>
                  <a:pt x="7145023" y="2779230"/>
                  <a:pt x="7087655" y="2663013"/>
                  <a:pt x="7008529" y="2563115"/>
                </a:cubicBezTo>
                <a:cubicBezTo>
                  <a:pt x="6929402" y="2463217"/>
                  <a:pt x="6829257" y="2386563"/>
                  <a:pt x="6708094" y="2333152"/>
                </a:cubicBezTo>
                <a:cubicBezTo>
                  <a:pt x="6586930" y="2279741"/>
                  <a:pt x="6427935" y="2253036"/>
                  <a:pt x="6231107" y="2253036"/>
                </a:cubicBezTo>
                <a:close/>
                <a:moveTo>
                  <a:pt x="2694523" y="2253036"/>
                </a:moveTo>
                <a:lnTo>
                  <a:pt x="2694523" y="4428038"/>
                </a:lnTo>
                <a:lnTo>
                  <a:pt x="3326550" y="4428038"/>
                </a:lnTo>
                <a:lnTo>
                  <a:pt x="3326550" y="3233808"/>
                </a:lnTo>
                <a:lnTo>
                  <a:pt x="4141062" y="4428038"/>
                </a:lnTo>
                <a:lnTo>
                  <a:pt x="4774573" y="4428038"/>
                </a:lnTo>
                <a:lnTo>
                  <a:pt x="4774573" y="2253036"/>
                </a:lnTo>
                <a:lnTo>
                  <a:pt x="4141062" y="2253036"/>
                </a:lnTo>
                <a:lnTo>
                  <a:pt x="4141062" y="3456353"/>
                </a:lnTo>
                <a:lnTo>
                  <a:pt x="3322099" y="2253036"/>
                </a:lnTo>
                <a:close/>
                <a:moveTo>
                  <a:pt x="1535677" y="2253036"/>
                </a:moveTo>
                <a:lnTo>
                  <a:pt x="1535677" y="4428038"/>
                </a:lnTo>
                <a:lnTo>
                  <a:pt x="2209245" y="4428038"/>
                </a:lnTo>
                <a:lnTo>
                  <a:pt x="2209245" y="2253036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ro-RO" sz="23900" dirty="0">
              <a:latin typeface="Arial Black" panose="020B0A040201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3B788A6-C540-451A-A97F-ACDA12EACB1C}"/>
              </a:ext>
            </a:extLst>
          </p:cNvPr>
          <p:cNvSpPr/>
          <p:nvPr/>
        </p:nvSpPr>
        <p:spPr>
          <a:xfrm>
            <a:off x="-1" y="-23329"/>
            <a:ext cx="12192000" cy="7053943"/>
          </a:xfrm>
          <a:prstGeom prst="rect">
            <a:avLst/>
          </a:prstGeom>
          <a:solidFill>
            <a:schemeClr val="dk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br>
              <a:rPr lang="ro-RO" dirty="0"/>
            </a:br>
            <a:endParaRPr lang="ro-RO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613B7A-803F-441E-8F57-219EF588403A}"/>
              </a:ext>
            </a:extLst>
          </p:cNvPr>
          <p:cNvSpPr txBox="1"/>
          <p:nvPr/>
        </p:nvSpPr>
        <p:spPr>
          <a:xfrm>
            <a:off x="5074297" y="-277481"/>
            <a:ext cx="204340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chemeClr val="bg1"/>
                </a:solidFill>
              </a:rPr>
              <a:t>INDIA</a:t>
            </a:r>
            <a:endParaRPr lang="ro-RO" sz="6000" b="1" dirty="0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913FCB5-E74B-4B78-AD9B-B1DCA1B770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112" y="738182"/>
            <a:ext cx="4000492" cy="2662146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BD7479D-2D35-4A02-A398-413E1E8FC132}"/>
              </a:ext>
            </a:extLst>
          </p:cNvPr>
          <p:cNvSpPr txBox="1"/>
          <p:nvPr/>
        </p:nvSpPr>
        <p:spPr>
          <a:xfrm>
            <a:off x="1109658" y="3424225"/>
            <a:ext cx="2565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2400" b="1" dirty="0">
                <a:solidFill>
                  <a:schemeClr val="bg1"/>
                </a:solidFill>
              </a:rPr>
              <a:t>Shah Rukh Khan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C719FFD-53AF-44FA-A19D-34DEE506DA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6655" y="738182"/>
            <a:ext cx="4000492" cy="2328784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F6D5BAC-F2A1-4F97-A78A-16BD91806199}"/>
              </a:ext>
            </a:extLst>
          </p:cNvPr>
          <p:cNvSpPr txBox="1"/>
          <p:nvPr/>
        </p:nvSpPr>
        <p:spPr>
          <a:xfrm>
            <a:off x="8157213" y="3049903"/>
            <a:ext cx="26193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2400" b="1" dirty="0">
                <a:solidFill>
                  <a:schemeClr val="bg1"/>
                </a:solidFill>
              </a:rPr>
              <a:t>Amitabh Bachchan</a:t>
            </a:r>
          </a:p>
        </p:txBody>
      </p:sp>
      <p:pic>
        <p:nvPicPr>
          <p:cNvPr id="1026" name="Picture 2" descr="3 Idiots (2009) - IMDb">
            <a:extLst>
              <a:ext uri="{FF2B5EF4-FFF2-40B4-BE49-F238E27FC236}">
                <a16:creationId xmlns:a16="http://schemas.microsoft.com/office/drawing/2014/main" id="{0B0C84D7-0F68-DAAB-6109-BDD82F6FBF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08994" y="3605637"/>
            <a:ext cx="2412874" cy="2964794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Graphic 11" descr="Transfer with solid fill">
            <a:extLst>
              <a:ext uri="{FF2B5EF4-FFF2-40B4-BE49-F238E27FC236}">
                <a16:creationId xmlns:a16="http://schemas.microsoft.com/office/drawing/2014/main" id="{5EABAD32-4987-050E-2ACC-6874A36D1A8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517945" y="1408348"/>
            <a:ext cx="1204523" cy="120452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DA69069-7A42-08E2-CB78-49423EEF4F0D}"/>
              </a:ext>
            </a:extLst>
          </p:cNvPr>
          <p:cNvSpPr txBox="1"/>
          <p:nvPr/>
        </p:nvSpPr>
        <p:spPr>
          <a:xfrm>
            <a:off x="5317724" y="2450237"/>
            <a:ext cx="164840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2400" b="1" dirty="0">
                <a:solidFill>
                  <a:schemeClr val="bg1"/>
                </a:solidFill>
              </a:rPr>
              <a:t>Actori cunoscuți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1B13C69-00A7-E1FB-376B-B053C667B9E1}"/>
              </a:ext>
            </a:extLst>
          </p:cNvPr>
          <p:cNvSpPr txBox="1"/>
          <p:nvPr/>
        </p:nvSpPr>
        <p:spPr>
          <a:xfrm>
            <a:off x="7315200" y="4744676"/>
            <a:ext cx="12961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o-RO" sz="2400" b="1" dirty="0">
                <a:solidFill>
                  <a:schemeClr val="bg1"/>
                </a:solidFill>
              </a:rPr>
              <a:t>Filmul 3 Idiots</a:t>
            </a:r>
            <a:endParaRPr lang="en-US" sz="2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20668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DDF8D3D-F385-419F-8D69-EFD6D9E61DF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731" b="7731"/>
          <a:stretch/>
        </p:blipFill>
        <p:spPr>
          <a:xfrm>
            <a:off x="-1" y="-1"/>
            <a:ext cx="12168347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F463A0D-4C2B-4160-876F-3969E524C5E7}"/>
              </a:ext>
            </a:extLst>
          </p:cNvPr>
          <p:cNvSpPr txBox="1"/>
          <p:nvPr/>
        </p:nvSpPr>
        <p:spPr>
          <a:xfrm>
            <a:off x="0" y="0"/>
            <a:ext cx="12192002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9724705" y="2816816"/>
                </a:moveTo>
                <a:lnTo>
                  <a:pt x="9964775" y="3598689"/>
                </a:lnTo>
                <a:lnTo>
                  <a:pt x="9487139" y="3598689"/>
                </a:lnTo>
                <a:close/>
                <a:moveTo>
                  <a:pt x="5904709" y="2745601"/>
                </a:moveTo>
                <a:lnTo>
                  <a:pt x="6072358" y="2745601"/>
                </a:lnTo>
                <a:cubicBezTo>
                  <a:pt x="6246437" y="2745601"/>
                  <a:pt x="6371062" y="2788132"/>
                  <a:pt x="6446233" y="2873194"/>
                </a:cubicBezTo>
                <a:cubicBezTo>
                  <a:pt x="6521403" y="2958255"/>
                  <a:pt x="6558989" y="3116015"/>
                  <a:pt x="6558989" y="3346472"/>
                </a:cubicBezTo>
                <a:cubicBezTo>
                  <a:pt x="6558989" y="3520551"/>
                  <a:pt x="6542174" y="3646412"/>
                  <a:pt x="6508545" y="3724056"/>
                </a:cubicBezTo>
                <a:cubicBezTo>
                  <a:pt x="6474916" y="3801699"/>
                  <a:pt x="6428429" y="3856099"/>
                  <a:pt x="6369084" y="3887255"/>
                </a:cubicBezTo>
                <a:cubicBezTo>
                  <a:pt x="6309739" y="3918411"/>
                  <a:pt x="6209842" y="3933989"/>
                  <a:pt x="6069391" y="3933989"/>
                </a:cubicBezTo>
                <a:lnTo>
                  <a:pt x="5904709" y="3933989"/>
                </a:lnTo>
                <a:close/>
                <a:moveTo>
                  <a:pt x="9366408" y="2253036"/>
                </a:moveTo>
                <a:lnTo>
                  <a:pt x="8548928" y="4428038"/>
                </a:lnTo>
                <a:lnTo>
                  <a:pt x="9235153" y="4428038"/>
                </a:lnTo>
                <a:lnTo>
                  <a:pt x="9341164" y="4068999"/>
                </a:lnTo>
                <a:lnTo>
                  <a:pt x="10104190" y="4068999"/>
                </a:lnTo>
                <a:lnTo>
                  <a:pt x="10213005" y="4428038"/>
                </a:lnTo>
                <a:lnTo>
                  <a:pt x="10916802" y="4428038"/>
                </a:lnTo>
                <a:lnTo>
                  <a:pt x="10099507" y="2253036"/>
                </a:lnTo>
                <a:close/>
                <a:moveTo>
                  <a:pt x="7612627" y="2253036"/>
                </a:moveTo>
                <a:lnTo>
                  <a:pt x="7612627" y="4428038"/>
                </a:lnTo>
                <a:lnTo>
                  <a:pt x="8286195" y="4428038"/>
                </a:lnTo>
                <a:lnTo>
                  <a:pt x="8286195" y="2253036"/>
                </a:lnTo>
                <a:close/>
                <a:moveTo>
                  <a:pt x="5232624" y="2253036"/>
                </a:moveTo>
                <a:lnTo>
                  <a:pt x="5232624" y="4428038"/>
                </a:lnTo>
                <a:lnTo>
                  <a:pt x="6231107" y="4428038"/>
                </a:lnTo>
                <a:cubicBezTo>
                  <a:pt x="6350786" y="4428038"/>
                  <a:pt x="6484313" y="4408256"/>
                  <a:pt x="6631687" y="4368693"/>
                </a:cubicBezTo>
                <a:cubicBezTo>
                  <a:pt x="6739497" y="4340009"/>
                  <a:pt x="6840384" y="4282395"/>
                  <a:pt x="6934347" y="4195850"/>
                </a:cubicBezTo>
                <a:cubicBezTo>
                  <a:pt x="7028310" y="4109305"/>
                  <a:pt x="7101750" y="4001989"/>
                  <a:pt x="7154667" y="3873902"/>
                </a:cubicBezTo>
                <a:cubicBezTo>
                  <a:pt x="7207582" y="3745815"/>
                  <a:pt x="7234041" y="3565554"/>
                  <a:pt x="7234041" y="3333119"/>
                </a:cubicBezTo>
                <a:cubicBezTo>
                  <a:pt x="7234041" y="3184756"/>
                  <a:pt x="7216237" y="3044306"/>
                  <a:pt x="7180630" y="2911768"/>
                </a:cubicBezTo>
                <a:cubicBezTo>
                  <a:pt x="7145023" y="2779230"/>
                  <a:pt x="7087655" y="2663013"/>
                  <a:pt x="7008529" y="2563115"/>
                </a:cubicBezTo>
                <a:cubicBezTo>
                  <a:pt x="6929402" y="2463217"/>
                  <a:pt x="6829257" y="2386563"/>
                  <a:pt x="6708094" y="2333152"/>
                </a:cubicBezTo>
                <a:cubicBezTo>
                  <a:pt x="6586930" y="2279741"/>
                  <a:pt x="6427935" y="2253036"/>
                  <a:pt x="6231107" y="2253036"/>
                </a:cubicBezTo>
                <a:close/>
                <a:moveTo>
                  <a:pt x="2694523" y="2253036"/>
                </a:moveTo>
                <a:lnTo>
                  <a:pt x="2694523" y="4428038"/>
                </a:lnTo>
                <a:lnTo>
                  <a:pt x="3326550" y="4428038"/>
                </a:lnTo>
                <a:lnTo>
                  <a:pt x="3326550" y="3233808"/>
                </a:lnTo>
                <a:lnTo>
                  <a:pt x="4141062" y="4428038"/>
                </a:lnTo>
                <a:lnTo>
                  <a:pt x="4774573" y="4428038"/>
                </a:lnTo>
                <a:lnTo>
                  <a:pt x="4774573" y="2253036"/>
                </a:lnTo>
                <a:lnTo>
                  <a:pt x="4141062" y="2253036"/>
                </a:lnTo>
                <a:lnTo>
                  <a:pt x="4141062" y="3456353"/>
                </a:lnTo>
                <a:lnTo>
                  <a:pt x="3322099" y="2253036"/>
                </a:lnTo>
                <a:close/>
                <a:moveTo>
                  <a:pt x="1535677" y="2253036"/>
                </a:moveTo>
                <a:lnTo>
                  <a:pt x="1535677" y="4428038"/>
                </a:lnTo>
                <a:lnTo>
                  <a:pt x="2209245" y="4428038"/>
                </a:lnTo>
                <a:lnTo>
                  <a:pt x="2209245" y="2253036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ro-RO" sz="239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018827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3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</TotalTime>
  <Words>522</Words>
  <Application>Microsoft Office PowerPoint</Application>
  <PresentationFormat>Widescreen</PresentationFormat>
  <Paragraphs>70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Arial Black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Matei</dc:creator>
  <cp:lastModifiedBy>User</cp:lastModifiedBy>
  <cp:revision>15</cp:revision>
  <dcterms:created xsi:type="dcterms:W3CDTF">2024-12-08T18:32:32Z</dcterms:created>
  <dcterms:modified xsi:type="dcterms:W3CDTF">2024-12-09T10:50:47Z</dcterms:modified>
</cp:coreProperties>
</file>